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992709" y="5812559"/>
            <a:ext cx="3295650" cy="3117850"/>
          </a:xfrm>
          <a:custGeom>
            <a:avLst/>
            <a:gdLst/>
            <a:ahLst/>
            <a:cxnLst/>
            <a:rect l="l" t="t" r="r" b="b"/>
            <a:pathLst>
              <a:path w="3295650" h="3117850">
                <a:moveTo>
                  <a:pt x="0" y="3117693"/>
                </a:moveTo>
                <a:lnTo>
                  <a:pt x="3295290" y="2798608"/>
                </a:lnTo>
                <a:lnTo>
                  <a:pt x="3295290" y="0"/>
                </a:lnTo>
                <a:lnTo>
                  <a:pt x="3246559" y="15391"/>
                </a:lnTo>
                <a:lnTo>
                  <a:pt x="3208834" y="28355"/>
                </a:lnTo>
                <a:lnTo>
                  <a:pt x="3171389" y="42072"/>
                </a:lnTo>
                <a:lnTo>
                  <a:pt x="3134219" y="56532"/>
                </a:lnTo>
                <a:lnTo>
                  <a:pt x="3097322" y="71719"/>
                </a:lnTo>
                <a:lnTo>
                  <a:pt x="3060694" y="87622"/>
                </a:lnTo>
                <a:lnTo>
                  <a:pt x="3024331" y="104225"/>
                </a:lnTo>
                <a:lnTo>
                  <a:pt x="2988231" y="121518"/>
                </a:lnTo>
                <a:lnTo>
                  <a:pt x="2952390" y="139485"/>
                </a:lnTo>
                <a:lnTo>
                  <a:pt x="2916803" y="158114"/>
                </a:lnTo>
                <a:lnTo>
                  <a:pt x="2881469" y="177391"/>
                </a:lnTo>
                <a:lnTo>
                  <a:pt x="2846382" y="197304"/>
                </a:lnTo>
                <a:lnTo>
                  <a:pt x="2811541" y="217838"/>
                </a:lnTo>
                <a:lnTo>
                  <a:pt x="2776941" y="238982"/>
                </a:lnTo>
                <a:lnTo>
                  <a:pt x="2742579" y="260720"/>
                </a:lnTo>
                <a:lnTo>
                  <a:pt x="2708452" y="283041"/>
                </a:lnTo>
                <a:lnTo>
                  <a:pt x="2674555" y="305931"/>
                </a:lnTo>
                <a:lnTo>
                  <a:pt x="2640887" y="329376"/>
                </a:lnTo>
                <a:lnTo>
                  <a:pt x="2607442" y="353363"/>
                </a:lnTo>
                <a:lnTo>
                  <a:pt x="2574219" y="377880"/>
                </a:lnTo>
                <a:lnTo>
                  <a:pt x="2541213" y="402912"/>
                </a:lnTo>
                <a:lnTo>
                  <a:pt x="2508420" y="428447"/>
                </a:lnTo>
                <a:lnTo>
                  <a:pt x="2475838" y="454471"/>
                </a:lnTo>
                <a:lnTo>
                  <a:pt x="2443463" y="480971"/>
                </a:lnTo>
                <a:lnTo>
                  <a:pt x="2411292" y="507934"/>
                </a:lnTo>
                <a:lnTo>
                  <a:pt x="2379320" y="535346"/>
                </a:lnTo>
                <a:lnTo>
                  <a:pt x="2347545" y="563194"/>
                </a:lnTo>
                <a:lnTo>
                  <a:pt x="2315964" y="591465"/>
                </a:lnTo>
                <a:lnTo>
                  <a:pt x="2284572" y="620146"/>
                </a:lnTo>
                <a:lnTo>
                  <a:pt x="2222344" y="678683"/>
                </a:lnTo>
                <a:lnTo>
                  <a:pt x="2160833" y="738699"/>
                </a:lnTo>
                <a:lnTo>
                  <a:pt x="2100012" y="800088"/>
                </a:lnTo>
                <a:lnTo>
                  <a:pt x="2039854" y="862744"/>
                </a:lnTo>
                <a:lnTo>
                  <a:pt x="1980330" y="926561"/>
                </a:lnTo>
                <a:lnTo>
                  <a:pt x="1921414" y="991432"/>
                </a:lnTo>
                <a:lnTo>
                  <a:pt x="1863078" y="1057252"/>
                </a:lnTo>
                <a:lnTo>
                  <a:pt x="1805294" y="1123913"/>
                </a:lnTo>
                <a:lnTo>
                  <a:pt x="1748034" y="1191310"/>
                </a:lnTo>
                <a:lnTo>
                  <a:pt x="1663067" y="1293554"/>
                </a:lnTo>
                <a:lnTo>
                  <a:pt x="1579126" y="1396857"/>
                </a:lnTo>
                <a:lnTo>
                  <a:pt x="1468638" y="1535621"/>
                </a:lnTo>
                <a:lnTo>
                  <a:pt x="1012422" y="2119517"/>
                </a:lnTo>
                <a:lnTo>
                  <a:pt x="907013" y="2250882"/>
                </a:lnTo>
                <a:lnTo>
                  <a:pt x="828151" y="2346786"/>
                </a:lnTo>
                <a:lnTo>
                  <a:pt x="749353" y="2440046"/>
                </a:lnTo>
                <a:lnTo>
                  <a:pt x="696810" y="2500574"/>
                </a:lnTo>
                <a:lnTo>
                  <a:pt x="644226" y="2559660"/>
                </a:lnTo>
                <a:lnTo>
                  <a:pt x="591574" y="2617201"/>
                </a:lnTo>
                <a:lnTo>
                  <a:pt x="538826" y="2673088"/>
                </a:lnTo>
                <a:lnTo>
                  <a:pt x="485954" y="2727216"/>
                </a:lnTo>
                <a:lnTo>
                  <a:pt x="432931" y="2779479"/>
                </a:lnTo>
                <a:lnTo>
                  <a:pt x="379729" y="2829770"/>
                </a:lnTo>
                <a:lnTo>
                  <a:pt x="326322" y="2877984"/>
                </a:lnTo>
                <a:lnTo>
                  <a:pt x="272680" y="2924014"/>
                </a:lnTo>
                <a:lnTo>
                  <a:pt x="218777" y="2967754"/>
                </a:lnTo>
                <a:lnTo>
                  <a:pt x="164585" y="3009099"/>
                </a:lnTo>
                <a:lnTo>
                  <a:pt x="110077" y="3047940"/>
                </a:lnTo>
                <a:lnTo>
                  <a:pt x="55224" y="3084174"/>
                </a:lnTo>
                <a:lnTo>
                  <a:pt x="27660" y="3101279"/>
                </a:lnTo>
                <a:lnTo>
                  <a:pt x="0" y="3117693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65210" y="6526306"/>
            <a:ext cx="5422788" cy="376069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07794" y="7230864"/>
            <a:ext cx="5280205" cy="305613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87863" y="7934354"/>
            <a:ext cx="3400425" cy="2352675"/>
          </a:xfrm>
          <a:custGeom>
            <a:avLst/>
            <a:gdLst/>
            <a:ahLst/>
            <a:cxnLst/>
            <a:rect l="l" t="t" r="r" b="b"/>
            <a:pathLst>
              <a:path w="3400425" h="2352675">
                <a:moveTo>
                  <a:pt x="0" y="2352645"/>
                </a:moveTo>
                <a:lnTo>
                  <a:pt x="1534752" y="2352645"/>
                </a:lnTo>
                <a:lnTo>
                  <a:pt x="3400135" y="2277105"/>
                </a:lnTo>
                <a:lnTo>
                  <a:pt x="3400135" y="0"/>
                </a:lnTo>
                <a:lnTo>
                  <a:pt x="3380819" y="7473"/>
                </a:lnTo>
                <a:lnTo>
                  <a:pt x="3319572" y="32918"/>
                </a:lnTo>
                <a:lnTo>
                  <a:pt x="3258216" y="60669"/>
                </a:lnTo>
                <a:lnTo>
                  <a:pt x="3196689" y="90663"/>
                </a:lnTo>
                <a:lnTo>
                  <a:pt x="3134929" y="122838"/>
                </a:lnTo>
                <a:lnTo>
                  <a:pt x="3072874" y="157132"/>
                </a:lnTo>
                <a:lnTo>
                  <a:pt x="3010463" y="193483"/>
                </a:lnTo>
                <a:lnTo>
                  <a:pt x="2947633" y="231830"/>
                </a:lnTo>
                <a:lnTo>
                  <a:pt x="2884323" y="272111"/>
                </a:lnTo>
                <a:lnTo>
                  <a:pt x="2820470" y="314264"/>
                </a:lnTo>
                <a:lnTo>
                  <a:pt x="2788321" y="336023"/>
                </a:lnTo>
                <a:lnTo>
                  <a:pt x="2723538" y="380867"/>
                </a:lnTo>
                <a:lnTo>
                  <a:pt x="2658058" y="427428"/>
                </a:lnTo>
                <a:lnTo>
                  <a:pt x="2591819" y="475645"/>
                </a:lnTo>
                <a:lnTo>
                  <a:pt x="2490901" y="550939"/>
                </a:lnTo>
                <a:lnTo>
                  <a:pt x="2353110" y="656546"/>
                </a:lnTo>
                <a:lnTo>
                  <a:pt x="1591970" y="1257300"/>
                </a:lnTo>
                <a:lnTo>
                  <a:pt x="1378212" y="1421753"/>
                </a:lnTo>
                <a:lnTo>
                  <a:pt x="1199098" y="1556077"/>
                </a:lnTo>
                <a:lnTo>
                  <a:pt x="1059708" y="1658107"/>
                </a:lnTo>
                <a:lnTo>
                  <a:pt x="915753" y="1761009"/>
                </a:lnTo>
                <a:lnTo>
                  <a:pt x="767025" y="1864572"/>
                </a:lnTo>
                <a:lnTo>
                  <a:pt x="665118" y="1933879"/>
                </a:lnTo>
                <a:lnTo>
                  <a:pt x="560935" y="2003325"/>
                </a:lnTo>
                <a:lnTo>
                  <a:pt x="454413" y="2072849"/>
                </a:lnTo>
                <a:lnTo>
                  <a:pt x="345491" y="2142389"/>
                </a:lnTo>
                <a:lnTo>
                  <a:pt x="234107" y="2211883"/>
                </a:lnTo>
                <a:lnTo>
                  <a:pt x="120198" y="2281269"/>
                </a:lnTo>
                <a:lnTo>
                  <a:pt x="3704" y="2350486"/>
                </a:lnTo>
                <a:lnTo>
                  <a:pt x="0" y="2352645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16585" y="8423197"/>
            <a:ext cx="3471413" cy="186380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932721" y="8646758"/>
            <a:ext cx="3355278" cy="1640241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6747658" y="9814760"/>
            <a:ext cx="1540510" cy="472440"/>
          </a:xfrm>
          <a:custGeom>
            <a:avLst/>
            <a:gdLst/>
            <a:ahLst/>
            <a:cxnLst/>
            <a:rect l="l" t="t" r="r" b="b"/>
            <a:pathLst>
              <a:path w="1540509" h="472440">
                <a:moveTo>
                  <a:pt x="0" y="472238"/>
                </a:moveTo>
                <a:lnTo>
                  <a:pt x="1540341" y="472238"/>
                </a:lnTo>
                <a:lnTo>
                  <a:pt x="1540341" y="0"/>
                </a:lnTo>
                <a:lnTo>
                  <a:pt x="1498635" y="5871"/>
                </a:lnTo>
                <a:lnTo>
                  <a:pt x="1460587" y="11692"/>
                </a:lnTo>
                <a:lnTo>
                  <a:pt x="1422799" y="17894"/>
                </a:lnTo>
                <a:lnTo>
                  <a:pt x="1385260" y="24467"/>
                </a:lnTo>
                <a:lnTo>
                  <a:pt x="1310884" y="38694"/>
                </a:lnTo>
                <a:lnTo>
                  <a:pt x="1237370" y="54299"/>
                </a:lnTo>
                <a:lnTo>
                  <a:pt x="1164629" y="71208"/>
                </a:lnTo>
                <a:lnTo>
                  <a:pt x="1092573" y="89350"/>
                </a:lnTo>
                <a:lnTo>
                  <a:pt x="1021110" y="108650"/>
                </a:lnTo>
                <a:lnTo>
                  <a:pt x="950153" y="129037"/>
                </a:lnTo>
                <a:lnTo>
                  <a:pt x="879611" y="150436"/>
                </a:lnTo>
                <a:lnTo>
                  <a:pt x="809396" y="172774"/>
                </a:lnTo>
                <a:lnTo>
                  <a:pt x="704491" y="207884"/>
                </a:lnTo>
                <a:lnTo>
                  <a:pt x="564928" y="257303"/>
                </a:lnTo>
                <a:lnTo>
                  <a:pt x="0" y="472238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7256544" y="9973678"/>
            <a:ext cx="965835" cy="313690"/>
          </a:xfrm>
          <a:custGeom>
            <a:avLst/>
            <a:gdLst/>
            <a:ahLst/>
            <a:cxnLst/>
            <a:rect l="l" t="t" r="r" b="b"/>
            <a:pathLst>
              <a:path w="965834" h="313690">
                <a:moveTo>
                  <a:pt x="74015" y="288239"/>
                </a:moveTo>
                <a:lnTo>
                  <a:pt x="72377" y="272986"/>
                </a:lnTo>
                <a:lnTo>
                  <a:pt x="65074" y="259842"/>
                </a:lnTo>
                <a:lnTo>
                  <a:pt x="53428" y="251244"/>
                </a:lnTo>
                <a:lnTo>
                  <a:pt x="39128" y="247954"/>
                </a:lnTo>
                <a:lnTo>
                  <a:pt x="23876" y="250736"/>
                </a:lnTo>
                <a:lnTo>
                  <a:pt x="11874" y="258038"/>
                </a:lnTo>
                <a:lnTo>
                  <a:pt x="3657" y="269697"/>
                </a:lnTo>
                <a:lnTo>
                  <a:pt x="0" y="284010"/>
                </a:lnTo>
                <a:lnTo>
                  <a:pt x="1638" y="299262"/>
                </a:lnTo>
                <a:lnTo>
                  <a:pt x="7581" y="309029"/>
                </a:lnTo>
                <a:lnTo>
                  <a:pt x="12166" y="313321"/>
                </a:lnTo>
                <a:lnTo>
                  <a:pt x="62763" y="313321"/>
                </a:lnTo>
                <a:lnTo>
                  <a:pt x="70358" y="302552"/>
                </a:lnTo>
                <a:lnTo>
                  <a:pt x="74015" y="288239"/>
                </a:lnTo>
                <a:close/>
              </a:path>
              <a:path w="965834" h="313690">
                <a:moveTo>
                  <a:pt x="248958" y="226402"/>
                </a:moveTo>
                <a:lnTo>
                  <a:pt x="246176" y="212318"/>
                </a:lnTo>
                <a:lnTo>
                  <a:pt x="238912" y="199174"/>
                </a:lnTo>
                <a:lnTo>
                  <a:pt x="227482" y="190576"/>
                </a:lnTo>
                <a:lnTo>
                  <a:pt x="213779" y="187299"/>
                </a:lnTo>
                <a:lnTo>
                  <a:pt x="199694" y="190068"/>
                </a:lnTo>
                <a:lnTo>
                  <a:pt x="186550" y="197345"/>
                </a:lnTo>
                <a:lnTo>
                  <a:pt x="177965" y="208775"/>
                </a:lnTo>
                <a:lnTo>
                  <a:pt x="174688" y="222491"/>
                </a:lnTo>
                <a:lnTo>
                  <a:pt x="177457" y="236588"/>
                </a:lnTo>
                <a:lnTo>
                  <a:pt x="183400" y="247484"/>
                </a:lnTo>
                <a:lnTo>
                  <a:pt x="191604" y="255536"/>
                </a:lnTo>
                <a:lnTo>
                  <a:pt x="201333" y="260184"/>
                </a:lnTo>
                <a:lnTo>
                  <a:pt x="211823" y="260845"/>
                </a:lnTo>
                <a:lnTo>
                  <a:pt x="219900" y="260845"/>
                </a:lnTo>
                <a:lnTo>
                  <a:pt x="223939" y="258826"/>
                </a:lnTo>
                <a:lnTo>
                  <a:pt x="237083" y="251561"/>
                </a:lnTo>
                <a:lnTo>
                  <a:pt x="245668" y="240118"/>
                </a:lnTo>
                <a:lnTo>
                  <a:pt x="248958" y="226402"/>
                </a:lnTo>
                <a:close/>
              </a:path>
              <a:path w="965834" h="313690">
                <a:moveTo>
                  <a:pt x="420941" y="313321"/>
                </a:moveTo>
                <a:lnTo>
                  <a:pt x="419976" y="303314"/>
                </a:lnTo>
                <a:lnTo>
                  <a:pt x="413029" y="291274"/>
                </a:lnTo>
                <a:lnTo>
                  <a:pt x="402297" y="282841"/>
                </a:lnTo>
                <a:lnTo>
                  <a:pt x="389280" y="278574"/>
                </a:lnTo>
                <a:lnTo>
                  <a:pt x="375513" y="279044"/>
                </a:lnTo>
                <a:lnTo>
                  <a:pt x="363486" y="286004"/>
                </a:lnTo>
                <a:lnTo>
                  <a:pt x="355053" y="296735"/>
                </a:lnTo>
                <a:lnTo>
                  <a:pt x="350786" y="309753"/>
                </a:lnTo>
                <a:lnTo>
                  <a:pt x="350913" y="313321"/>
                </a:lnTo>
                <a:lnTo>
                  <a:pt x="420941" y="313321"/>
                </a:lnTo>
                <a:close/>
              </a:path>
              <a:path w="965834" h="313690">
                <a:moveTo>
                  <a:pt x="425627" y="170637"/>
                </a:moveTo>
                <a:lnTo>
                  <a:pt x="424014" y="155702"/>
                </a:lnTo>
                <a:lnTo>
                  <a:pt x="417042" y="142519"/>
                </a:lnTo>
                <a:lnTo>
                  <a:pt x="406082" y="133705"/>
                </a:lnTo>
                <a:lnTo>
                  <a:pt x="392468" y="129819"/>
                </a:lnTo>
                <a:lnTo>
                  <a:pt x="377532" y="131432"/>
                </a:lnTo>
                <a:lnTo>
                  <a:pt x="364363" y="138417"/>
                </a:lnTo>
                <a:lnTo>
                  <a:pt x="355561" y="149377"/>
                </a:lnTo>
                <a:lnTo>
                  <a:pt x="351675" y="162991"/>
                </a:lnTo>
                <a:lnTo>
                  <a:pt x="353288" y="177939"/>
                </a:lnTo>
                <a:lnTo>
                  <a:pt x="358394" y="188874"/>
                </a:lnTo>
                <a:lnTo>
                  <a:pt x="366928" y="197154"/>
                </a:lnTo>
                <a:lnTo>
                  <a:pt x="377329" y="202209"/>
                </a:lnTo>
                <a:lnTo>
                  <a:pt x="376491" y="202209"/>
                </a:lnTo>
                <a:lnTo>
                  <a:pt x="389661" y="204228"/>
                </a:lnTo>
                <a:lnTo>
                  <a:pt x="391680" y="204228"/>
                </a:lnTo>
                <a:lnTo>
                  <a:pt x="395719" y="202209"/>
                </a:lnTo>
                <a:lnTo>
                  <a:pt x="399770" y="202209"/>
                </a:lnTo>
                <a:lnTo>
                  <a:pt x="412940" y="195224"/>
                </a:lnTo>
                <a:lnTo>
                  <a:pt x="421741" y="184264"/>
                </a:lnTo>
                <a:lnTo>
                  <a:pt x="425627" y="170637"/>
                </a:lnTo>
                <a:close/>
              </a:path>
              <a:path w="965834" h="313690">
                <a:moveTo>
                  <a:pt x="595109" y="269697"/>
                </a:moveTo>
                <a:lnTo>
                  <a:pt x="593775" y="254787"/>
                </a:lnTo>
                <a:lnTo>
                  <a:pt x="587108" y="242455"/>
                </a:lnTo>
                <a:lnTo>
                  <a:pt x="576846" y="233553"/>
                </a:lnTo>
                <a:lnTo>
                  <a:pt x="563930" y="229184"/>
                </a:lnTo>
                <a:lnTo>
                  <a:pt x="549313" y="230517"/>
                </a:lnTo>
                <a:lnTo>
                  <a:pt x="537006" y="237185"/>
                </a:lnTo>
                <a:lnTo>
                  <a:pt x="528091" y="247446"/>
                </a:lnTo>
                <a:lnTo>
                  <a:pt x="523735" y="260375"/>
                </a:lnTo>
                <a:lnTo>
                  <a:pt x="525068" y="275005"/>
                </a:lnTo>
                <a:lnTo>
                  <a:pt x="529869" y="285940"/>
                </a:lnTo>
                <a:lnTo>
                  <a:pt x="537692" y="294208"/>
                </a:lnTo>
                <a:lnTo>
                  <a:pt x="547433" y="299262"/>
                </a:lnTo>
                <a:lnTo>
                  <a:pt x="546608" y="299262"/>
                </a:lnTo>
                <a:lnTo>
                  <a:pt x="559422" y="301294"/>
                </a:lnTo>
                <a:lnTo>
                  <a:pt x="563460" y="299262"/>
                </a:lnTo>
                <a:lnTo>
                  <a:pt x="569531" y="299262"/>
                </a:lnTo>
                <a:lnTo>
                  <a:pt x="581837" y="293458"/>
                </a:lnTo>
                <a:lnTo>
                  <a:pt x="590740" y="283095"/>
                </a:lnTo>
                <a:lnTo>
                  <a:pt x="595109" y="269697"/>
                </a:lnTo>
                <a:close/>
              </a:path>
              <a:path w="965834" h="313690">
                <a:moveTo>
                  <a:pt x="603161" y="120091"/>
                </a:moveTo>
                <a:lnTo>
                  <a:pt x="601865" y="105143"/>
                </a:lnTo>
                <a:lnTo>
                  <a:pt x="594880" y="91655"/>
                </a:lnTo>
                <a:lnTo>
                  <a:pt x="583920" y="82143"/>
                </a:lnTo>
                <a:lnTo>
                  <a:pt x="570318" y="77558"/>
                </a:lnTo>
                <a:lnTo>
                  <a:pt x="555383" y="78854"/>
                </a:lnTo>
                <a:lnTo>
                  <a:pt x="541896" y="85813"/>
                </a:lnTo>
                <a:lnTo>
                  <a:pt x="532396" y="96545"/>
                </a:lnTo>
                <a:lnTo>
                  <a:pt x="527812" y="109562"/>
                </a:lnTo>
                <a:lnTo>
                  <a:pt x="529107" y="123342"/>
                </a:lnTo>
                <a:lnTo>
                  <a:pt x="534225" y="134594"/>
                </a:lnTo>
                <a:lnTo>
                  <a:pt x="542747" y="143560"/>
                </a:lnTo>
                <a:lnTo>
                  <a:pt x="553542" y="149504"/>
                </a:lnTo>
                <a:lnTo>
                  <a:pt x="565480" y="151650"/>
                </a:lnTo>
                <a:lnTo>
                  <a:pt x="575589" y="151650"/>
                </a:lnTo>
                <a:lnTo>
                  <a:pt x="589076" y="144665"/>
                </a:lnTo>
                <a:lnTo>
                  <a:pt x="598576" y="133705"/>
                </a:lnTo>
                <a:lnTo>
                  <a:pt x="603161" y="120091"/>
                </a:lnTo>
                <a:close/>
              </a:path>
              <a:path w="965834" h="313690">
                <a:moveTo>
                  <a:pt x="769759" y="226910"/>
                </a:moveTo>
                <a:lnTo>
                  <a:pt x="769620" y="214744"/>
                </a:lnTo>
                <a:lnTo>
                  <a:pt x="769594" y="212318"/>
                </a:lnTo>
                <a:lnTo>
                  <a:pt x="764108" y="199961"/>
                </a:lnTo>
                <a:lnTo>
                  <a:pt x="754443" y="190830"/>
                </a:lnTo>
                <a:lnTo>
                  <a:pt x="741743" y="185877"/>
                </a:lnTo>
                <a:lnTo>
                  <a:pt x="727494" y="185877"/>
                </a:lnTo>
                <a:lnTo>
                  <a:pt x="714819" y="191808"/>
                </a:lnTo>
                <a:lnTo>
                  <a:pt x="705688" y="201955"/>
                </a:lnTo>
                <a:lnTo>
                  <a:pt x="700735" y="214744"/>
                </a:lnTo>
                <a:lnTo>
                  <a:pt x="700874" y="226910"/>
                </a:lnTo>
                <a:lnTo>
                  <a:pt x="700887" y="228498"/>
                </a:lnTo>
                <a:lnTo>
                  <a:pt x="705637" y="239610"/>
                </a:lnTo>
                <a:lnTo>
                  <a:pt x="713524" y="248716"/>
                </a:lnTo>
                <a:lnTo>
                  <a:pt x="723620" y="254660"/>
                </a:lnTo>
                <a:lnTo>
                  <a:pt x="735241" y="256806"/>
                </a:lnTo>
                <a:lnTo>
                  <a:pt x="739279" y="256806"/>
                </a:lnTo>
                <a:lnTo>
                  <a:pt x="743610" y="254660"/>
                </a:lnTo>
                <a:lnTo>
                  <a:pt x="755675" y="249288"/>
                </a:lnTo>
                <a:lnTo>
                  <a:pt x="764794" y="239610"/>
                </a:lnTo>
                <a:lnTo>
                  <a:pt x="769759" y="226910"/>
                </a:lnTo>
                <a:close/>
              </a:path>
              <a:path w="965834" h="313690">
                <a:moveTo>
                  <a:pt x="783869" y="77597"/>
                </a:moveTo>
                <a:lnTo>
                  <a:pt x="783742" y="62674"/>
                </a:lnTo>
                <a:lnTo>
                  <a:pt x="777938" y="49161"/>
                </a:lnTo>
                <a:lnTo>
                  <a:pt x="767575" y="39420"/>
                </a:lnTo>
                <a:lnTo>
                  <a:pt x="754189" y="34239"/>
                </a:lnTo>
                <a:lnTo>
                  <a:pt x="739584" y="34239"/>
                </a:lnTo>
                <a:lnTo>
                  <a:pt x="725766" y="40182"/>
                </a:lnTo>
                <a:lnTo>
                  <a:pt x="716038" y="50546"/>
                </a:lnTo>
                <a:lnTo>
                  <a:pt x="710869" y="63944"/>
                </a:lnTo>
                <a:lnTo>
                  <a:pt x="710996" y="78854"/>
                </a:lnTo>
                <a:lnTo>
                  <a:pt x="715822" y="90957"/>
                </a:lnTo>
                <a:lnTo>
                  <a:pt x="723874" y="99834"/>
                </a:lnTo>
                <a:lnTo>
                  <a:pt x="734580" y="105308"/>
                </a:lnTo>
                <a:lnTo>
                  <a:pt x="747369" y="107162"/>
                </a:lnTo>
                <a:lnTo>
                  <a:pt x="749388" y="109194"/>
                </a:lnTo>
                <a:lnTo>
                  <a:pt x="751408" y="109194"/>
                </a:lnTo>
                <a:lnTo>
                  <a:pt x="755446" y="107162"/>
                </a:lnTo>
                <a:lnTo>
                  <a:pt x="768972" y="101358"/>
                </a:lnTo>
                <a:lnTo>
                  <a:pt x="778700" y="90957"/>
                </a:lnTo>
                <a:lnTo>
                  <a:pt x="783869" y="77597"/>
                </a:lnTo>
                <a:close/>
              </a:path>
              <a:path w="965834" h="313690">
                <a:moveTo>
                  <a:pt x="918337" y="313321"/>
                </a:moveTo>
                <a:lnTo>
                  <a:pt x="913345" y="308114"/>
                </a:lnTo>
                <a:lnTo>
                  <a:pt x="901941" y="303161"/>
                </a:lnTo>
                <a:lnTo>
                  <a:pt x="888834" y="303314"/>
                </a:lnTo>
                <a:lnTo>
                  <a:pt x="876490" y="308457"/>
                </a:lnTo>
                <a:lnTo>
                  <a:pt x="871423" y="313321"/>
                </a:lnTo>
                <a:lnTo>
                  <a:pt x="918337" y="313321"/>
                </a:lnTo>
                <a:close/>
              </a:path>
              <a:path w="965834" h="313690">
                <a:moveTo>
                  <a:pt x="947572" y="193395"/>
                </a:moveTo>
                <a:lnTo>
                  <a:pt x="947445" y="179959"/>
                </a:lnTo>
                <a:lnTo>
                  <a:pt x="941984" y="167297"/>
                </a:lnTo>
                <a:lnTo>
                  <a:pt x="932535" y="157467"/>
                </a:lnTo>
                <a:lnTo>
                  <a:pt x="920102" y="151650"/>
                </a:lnTo>
                <a:lnTo>
                  <a:pt x="907021" y="151650"/>
                </a:lnTo>
                <a:lnTo>
                  <a:pt x="893508" y="157124"/>
                </a:lnTo>
                <a:lnTo>
                  <a:pt x="883780" y="166573"/>
                </a:lnTo>
                <a:lnTo>
                  <a:pt x="878598" y="178663"/>
                </a:lnTo>
                <a:lnTo>
                  <a:pt x="878725" y="192100"/>
                </a:lnTo>
                <a:lnTo>
                  <a:pt x="883526" y="204508"/>
                </a:lnTo>
                <a:lnTo>
                  <a:pt x="891362" y="214083"/>
                </a:lnTo>
                <a:lnTo>
                  <a:pt x="901471" y="220243"/>
                </a:lnTo>
                <a:lnTo>
                  <a:pt x="913091" y="222427"/>
                </a:lnTo>
                <a:lnTo>
                  <a:pt x="913091" y="220243"/>
                </a:lnTo>
                <a:lnTo>
                  <a:pt x="919543" y="220243"/>
                </a:lnTo>
                <a:lnTo>
                  <a:pt x="932662" y="214934"/>
                </a:lnTo>
                <a:lnTo>
                  <a:pt x="942390" y="205498"/>
                </a:lnTo>
                <a:lnTo>
                  <a:pt x="947572" y="193395"/>
                </a:lnTo>
                <a:close/>
              </a:path>
              <a:path w="965834" h="313690">
                <a:moveTo>
                  <a:pt x="965631" y="30327"/>
                </a:moveTo>
                <a:lnTo>
                  <a:pt x="960132" y="16484"/>
                </a:lnTo>
                <a:lnTo>
                  <a:pt x="950480" y="6057"/>
                </a:lnTo>
                <a:lnTo>
                  <a:pt x="937374" y="0"/>
                </a:lnTo>
                <a:lnTo>
                  <a:pt x="923188" y="0"/>
                </a:lnTo>
                <a:lnTo>
                  <a:pt x="909358" y="5486"/>
                </a:lnTo>
                <a:lnTo>
                  <a:pt x="898944" y="15163"/>
                </a:lnTo>
                <a:lnTo>
                  <a:pt x="893064" y="27863"/>
                </a:lnTo>
                <a:lnTo>
                  <a:pt x="892873" y="42456"/>
                </a:lnTo>
                <a:lnTo>
                  <a:pt x="897712" y="54876"/>
                </a:lnTo>
                <a:lnTo>
                  <a:pt x="905764" y="64452"/>
                </a:lnTo>
                <a:lnTo>
                  <a:pt x="916470" y="70612"/>
                </a:lnTo>
                <a:lnTo>
                  <a:pt x="929259" y="72796"/>
                </a:lnTo>
                <a:lnTo>
                  <a:pt x="931278" y="74815"/>
                </a:lnTo>
                <a:lnTo>
                  <a:pt x="933297" y="72796"/>
                </a:lnTo>
                <a:lnTo>
                  <a:pt x="935316" y="72796"/>
                </a:lnTo>
                <a:lnTo>
                  <a:pt x="949147" y="67297"/>
                </a:lnTo>
                <a:lnTo>
                  <a:pt x="959573" y="57619"/>
                </a:lnTo>
                <a:lnTo>
                  <a:pt x="965441" y="44919"/>
                </a:lnTo>
                <a:lnTo>
                  <a:pt x="965631" y="30327"/>
                </a:lnTo>
                <a:close/>
              </a:path>
            </a:pathLst>
          </a:custGeom>
          <a:solidFill>
            <a:srgbClr val="2E4D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1356624"/>
            <a:ext cx="3295650" cy="3117850"/>
          </a:xfrm>
          <a:custGeom>
            <a:avLst/>
            <a:gdLst/>
            <a:ahLst/>
            <a:cxnLst/>
            <a:rect l="l" t="t" r="r" b="b"/>
            <a:pathLst>
              <a:path w="3295650" h="3117850">
                <a:moveTo>
                  <a:pt x="3295146" y="0"/>
                </a:moveTo>
                <a:lnTo>
                  <a:pt x="0" y="319070"/>
                </a:lnTo>
                <a:lnTo>
                  <a:pt x="0" y="3117650"/>
                </a:lnTo>
                <a:lnTo>
                  <a:pt x="48587" y="3102301"/>
                </a:lnTo>
                <a:lnTo>
                  <a:pt x="86312" y="3089338"/>
                </a:lnTo>
                <a:lnTo>
                  <a:pt x="123757" y="3075620"/>
                </a:lnTo>
                <a:lnTo>
                  <a:pt x="160927" y="3061160"/>
                </a:lnTo>
                <a:lnTo>
                  <a:pt x="197824" y="3045973"/>
                </a:lnTo>
                <a:lnTo>
                  <a:pt x="234452" y="3030070"/>
                </a:lnTo>
                <a:lnTo>
                  <a:pt x="270814" y="3013467"/>
                </a:lnTo>
                <a:lnTo>
                  <a:pt x="306915" y="2996174"/>
                </a:lnTo>
                <a:lnTo>
                  <a:pt x="342756" y="2978207"/>
                </a:lnTo>
                <a:lnTo>
                  <a:pt x="378343" y="2959578"/>
                </a:lnTo>
                <a:lnTo>
                  <a:pt x="413677" y="2940301"/>
                </a:lnTo>
                <a:lnTo>
                  <a:pt x="448763" y="2920388"/>
                </a:lnTo>
                <a:lnTo>
                  <a:pt x="483605" y="2899854"/>
                </a:lnTo>
                <a:lnTo>
                  <a:pt x="518205" y="2878710"/>
                </a:lnTo>
                <a:lnTo>
                  <a:pt x="552567" y="2856972"/>
                </a:lnTo>
                <a:lnTo>
                  <a:pt x="586694" y="2834651"/>
                </a:lnTo>
                <a:lnTo>
                  <a:pt x="620590" y="2811761"/>
                </a:lnTo>
                <a:lnTo>
                  <a:pt x="654259" y="2788316"/>
                </a:lnTo>
                <a:lnTo>
                  <a:pt x="687703" y="2764329"/>
                </a:lnTo>
                <a:lnTo>
                  <a:pt x="720927" y="2739812"/>
                </a:lnTo>
                <a:lnTo>
                  <a:pt x="753933" y="2714780"/>
                </a:lnTo>
                <a:lnTo>
                  <a:pt x="786726" y="2689245"/>
                </a:lnTo>
                <a:lnTo>
                  <a:pt x="819308" y="2663221"/>
                </a:lnTo>
                <a:lnTo>
                  <a:pt x="851683" y="2636721"/>
                </a:lnTo>
                <a:lnTo>
                  <a:pt x="883854" y="2609758"/>
                </a:lnTo>
                <a:lnTo>
                  <a:pt x="915826" y="2582346"/>
                </a:lnTo>
                <a:lnTo>
                  <a:pt x="947600" y="2554498"/>
                </a:lnTo>
                <a:lnTo>
                  <a:pt x="979182" y="2526227"/>
                </a:lnTo>
                <a:lnTo>
                  <a:pt x="1010574" y="2497546"/>
                </a:lnTo>
                <a:lnTo>
                  <a:pt x="1072802" y="2439009"/>
                </a:lnTo>
                <a:lnTo>
                  <a:pt x="1134313" y="2378993"/>
                </a:lnTo>
                <a:lnTo>
                  <a:pt x="1195134" y="2317604"/>
                </a:lnTo>
                <a:lnTo>
                  <a:pt x="1255292" y="2254948"/>
                </a:lnTo>
                <a:lnTo>
                  <a:pt x="1314815" y="2191131"/>
                </a:lnTo>
                <a:lnTo>
                  <a:pt x="1373731" y="2126260"/>
                </a:lnTo>
                <a:lnTo>
                  <a:pt x="1432068" y="2060440"/>
                </a:lnTo>
                <a:lnTo>
                  <a:pt x="1489852" y="1993779"/>
                </a:lnTo>
                <a:lnTo>
                  <a:pt x="1547112" y="1926382"/>
                </a:lnTo>
                <a:lnTo>
                  <a:pt x="1632078" y="1824138"/>
                </a:lnTo>
                <a:lnTo>
                  <a:pt x="1716020" y="1720835"/>
                </a:lnTo>
                <a:lnTo>
                  <a:pt x="1826508" y="1582071"/>
                </a:lnTo>
                <a:lnTo>
                  <a:pt x="2282724" y="998175"/>
                </a:lnTo>
                <a:lnTo>
                  <a:pt x="2388132" y="866810"/>
                </a:lnTo>
                <a:lnTo>
                  <a:pt x="2466994" y="770906"/>
                </a:lnTo>
                <a:lnTo>
                  <a:pt x="2545793" y="677646"/>
                </a:lnTo>
                <a:lnTo>
                  <a:pt x="2598336" y="617118"/>
                </a:lnTo>
                <a:lnTo>
                  <a:pt x="2650920" y="558032"/>
                </a:lnTo>
                <a:lnTo>
                  <a:pt x="2703572" y="500491"/>
                </a:lnTo>
                <a:lnTo>
                  <a:pt x="2756320" y="444604"/>
                </a:lnTo>
                <a:lnTo>
                  <a:pt x="2809192" y="390476"/>
                </a:lnTo>
                <a:lnTo>
                  <a:pt x="2862215" y="338213"/>
                </a:lnTo>
                <a:lnTo>
                  <a:pt x="2915416" y="287922"/>
                </a:lnTo>
                <a:lnTo>
                  <a:pt x="2968824" y="239708"/>
                </a:lnTo>
                <a:lnTo>
                  <a:pt x="3022465" y="193678"/>
                </a:lnTo>
                <a:lnTo>
                  <a:pt x="3076368" y="149938"/>
                </a:lnTo>
                <a:lnTo>
                  <a:pt x="3130560" y="108594"/>
                </a:lnTo>
                <a:lnTo>
                  <a:pt x="3185069" y="69752"/>
                </a:lnTo>
                <a:lnTo>
                  <a:pt x="3239922" y="33518"/>
                </a:lnTo>
                <a:lnTo>
                  <a:pt x="3267486" y="16413"/>
                </a:lnTo>
                <a:lnTo>
                  <a:pt x="3295146" y="0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5422359" cy="376053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5279780" cy="3055986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0" y="0"/>
            <a:ext cx="3399790" cy="2352675"/>
          </a:xfrm>
          <a:custGeom>
            <a:avLst/>
            <a:gdLst/>
            <a:ahLst/>
            <a:cxnLst/>
            <a:rect l="l" t="t" r="r" b="b"/>
            <a:pathLst>
              <a:path w="3399790" h="2352675">
                <a:moveTo>
                  <a:pt x="3399780" y="0"/>
                </a:moveTo>
                <a:lnTo>
                  <a:pt x="1862198" y="0"/>
                </a:lnTo>
                <a:lnTo>
                  <a:pt x="0" y="75411"/>
                </a:lnTo>
                <a:lnTo>
                  <a:pt x="0" y="2352466"/>
                </a:lnTo>
                <a:lnTo>
                  <a:pt x="19172" y="2345049"/>
                </a:lnTo>
                <a:lnTo>
                  <a:pt x="80419" y="2319603"/>
                </a:lnTo>
                <a:lnTo>
                  <a:pt x="141775" y="2291852"/>
                </a:lnTo>
                <a:lnTo>
                  <a:pt x="203303" y="2261859"/>
                </a:lnTo>
                <a:lnTo>
                  <a:pt x="265062" y="2229684"/>
                </a:lnTo>
                <a:lnTo>
                  <a:pt x="327117" y="2195390"/>
                </a:lnTo>
                <a:lnTo>
                  <a:pt x="389528" y="2159038"/>
                </a:lnTo>
                <a:lnTo>
                  <a:pt x="452358" y="2120691"/>
                </a:lnTo>
                <a:lnTo>
                  <a:pt x="515669" y="2080410"/>
                </a:lnTo>
                <a:lnTo>
                  <a:pt x="579521" y="2038258"/>
                </a:lnTo>
                <a:lnTo>
                  <a:pt x="611671" y="2016499"/>
                </a:lnTo>
                <a:lnTo>
                  <a:pt x="676453" y="1971654"/>
                </a:lnTo>
                <a:lnTo>
                  <a:pt x="741933" y="1925093"/>
                </a:lnTo>
                <a:lnTo>
                  <a:pt x="808172" y="1876876"/>
                </a:lnTo>
                <a:lnTo>
                  <a:pt x="909090" y="1801582"/>
                </a:lnTo>
                <a:lnTo>
                  <a:pt x="1046882" y="1695975"/>
                </a:lnTo>
                <a:lnTo>
                  <a:pt x="1808021" y="1095221"/>
                </a:lnTo>
                <a:lnTo>
                  <a:pt x="2021779" y="930769"/>
                </a:lnTo>
                <a:lnTo>
                  <a:pt x="2200893" y="796444"/>
                </a:lnTo>
                <a:lnTo>
                  <a:pt x="2340283" y="694414"/>
                </a:lnTo>
                <a:lnTo>
                  <a:pt x="2484238" y="591513"/>
                </a:lnTo>
                <a:lnTo>
                  <a:pt x="2632966" y="487950"/>
                </a:lnTo>
                <a:lnTo>
                  <a:pt x="2734873" y="418643"/>
                </a:lnTo>
                <a:lnTo>
                  <a:pt x="2839056" y="349196"/>
                </a:lnTo>
                <a:lnTo>
                  <a:pt x="2945578" y="279672"/>
                </a:lnTo>
                <a:lnTo>
                  <a:pt x="3054500" y="210132"/>
                </a:lnTo>
                <a:lnTo>
                  <a:pt x="3165884" y="140638"/>
                </a:lnTo>
                <a:lnTo>
                  <a:pt x="3279792" y="71252"/>
                </a:lnTo>
                <a:lnTo>
                  <a:pt x="3396287" y="2036"/>
                </a:lnTo>
                <a:lnTo>
                  <a:pt x="3399780" y="0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bg 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3470998" cy="186365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3354848" cy="1640092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0" y="0"/>
            <a:ext cx="1539875" cy="472440"/>
          </a:xfrm>
          <a:custGeom>
            <a:avLst/>
            <a:gdLst/>
            <a:ahLst/>
            <a:cxnLst/>
            <a:rect l="l" t="t" r="r" b="b"/>
            <a:pathLst>
              <a:path w="1539875" h="472440">
                <a:moveTo>
                  <a:pt x="1539874" y="0"/>
                </a:moveTo>
                <a:lnTo>
                  <a:pt x="0" y="0"/>
                </a:lnTo>
                <a:lnTo>
                  <a:pt x="0" y="472096"/>
                </a:lnTo>
                <a:lnTo>
                  <a:pt x="41561" y="466243"/>
                </a:lnTo>
                <a:lnTo>
                  <a:pt x="79609" y="460423"/>
                </a:lnTo>
                <a:lnTo>
                  <a:pt x="117398" y="454221"/>
                </a:lnTo>
                <a:lnTo>
                  <a:pt x="154937" y="447647"/>
                </a:lnTo>
                <a:lnTo>
                  <a:pt x="229313" y="433421"/>
                </a:lnTo>
                <a:lnTo>
                  <a:pt x="302826" y="417816"/>
                </a:lnTo>
                <a:lnTo>
                  <a:pt x="375567" y="400906"/>
                </a:lnTo>
                <a:lnTo>
                  <a:pt x="447624" y="382765"/>
                </a:lnTo>
                <a:lnTo>
                  <a:pt x="519086" y="363464"/>
                </a:lnTo>
                <a:lnTo>
                  <a:pt x="590044" y="343078"/>
                </a:lnTo>
                <a:lnTo>
                  <a:pt x="660585" y="321679"/>
                </a:lnTo>
                <a:lnTo>
                  <a:pt x="730800" y="299340"/>
                </a:lnTo>
                <a:lnTo>
                  <a:pt x="835705" y="264231"/>
                </a:lnTo>
                <a:lnTo>
                  <a:pt x="975269" y="214811"/>
                </a:lnTo>
                <a:lnTo>
                  <a:pt x="1539874" y="0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65671" y="11"/>
            <a:ext cx="965835" cy="313690"/>
          </a:xfrm>
          <a:custGeom>
            <a:avLst/>
            <a:gdLst/>
            <a:ahLst/>
            <a:cxnLst/>
            <a:rect l="l" t="t" r="r" b="b"/>
            <a:pathLst>
              <a:path w="965835" h="313690">
                <a:moveTo>
                  <a:pt x="72745" y="270738"/>
                </a:moveTo>
                <a:lnTo>
                  <a:pt x="67919" y="258318"/>
                </a:lnTo>
                <a:lnTo>
                  <a:pt x="59867" y="248754"/>
                </a:lnTo>
                <a:lnTo>
                  <a:pt x="49161" y="242582"/>
                </a:lnTo>
                <a:lnTo>
                  <a:pt x="36372" y="240411"/>
                </a:lnTo>
                <a:lnTo>
                  <a:pt x="34353" y="238391"/>
                </a:lnTo>
                <a:lnTo>
                  <a:pt x="32334" y="240411"/>
                </a:lnTo>
                <a:lnTo>
                  <a:pt x="30314" y="240411"/>
                </a:lnTo>
                <a:lnTo>
                  <a:pt x="16484" y="245910"/>
                </a:lnTo>
                <a:lnTo>
                  <a:pt x="6057" y="255574"/>
                </a:lnTo>
                <a:lnTo>
                  <a:pt x="190" y="268274"/>
                </a:lnTo>
                <a:lnTo>
                  <a:pt x="0" y="282867"/>
                </a:lnTo>
                <a:lnTo>
                  <a:pt x="5486" y="296710"/>
                </a:lnTo>
                <a:lnTo>
                  <a:pt x="15151" y="307136"/>
                </a:lnTo>
                <a:lnTo>
                  <a:pt x="28257" y="313207"/>
                </a:lnTo>
                <a:lnTo>
                  <a:pt x="42430" y="313207"/>
                </a:lnTo>
                <a:lnTo>
                  <a:pt x="56261" y="307708"/>
                </a:lnTo>
                <a:lnTo>
                  <a:pt x="66687" y="298043"/>
                </a:lnTo>
                <a:lnTo>
                  <a:pt x="72555" y="285330"/>
                </a:lnTo>
                <a:lnTo>
                  <a:pt x="72745" y="270738"/>
                </a:lnTo>
                <a:close/>
              </a:path>
              <a:path w="965835" h="313690">
                <a:moveTo>
                  <a:pt x="87020" y="134531"/>
                </a:moveTo>
                <a:lnTo>
                  <a:pt x="64160" y="92951"/>
                </a:lnTo>
                <a:lnTo>
                  <a:pt x="52539" y="90766"/>
                </a:lnTo>
                <a:lnTo>
                  <a:pt x="52539" y="92951"/>
                </a:lnTo>
                <a:lnTo>
                  <a:pt x="46088" y="92951"/>
                </a:lnTo>
                <a:lnTo>
                  <a:pt x="32969" y="98259"/>
                </a:lnTo>
                <a:lnTo>
                  <a:pt x="23241" y="107708"/>
                </a:lnTo>
                <a:lnTo>
                  <a:pt x="18059" y="119811"/>
                </a:lnTo>
                <a:lnTo>
                  <a:pt x="18186" y="133235"/>
                </a:lnTo>
                <a:lnTo>
                  <a:pt x="23647" y="145910"/>
                </a:lnTo>
                <a:lnTo>
                  <a:pt x="33083" y="155727"/>
                </a:lnTo>
                <a:lnTo>
                  <a:pt x="45516" y="161544"/>
                </a:lnTo>
                <a:lnTo>
                  <a:pt x="58597" y="161544"/>
                </a:lnTo>
                <a:lnTo>
                  <a:pt x="72123" y="156083"/>
                </a:lnTo>
                <a:lnTo>
                  <a:pt x="81838" y="146634"/>
                </a:lnTo>
                <a:lnTo>
                  <a:pt x="87020" y="134531"/>
                </a:lnTo>
                <a:close/>
              </a:path>
              <a:path w="965835" h="313690">
                <a:moveTo>
                  <a:pt x="94081" y="0"/>
                </a:moveTo>
                <a:lnTo>
                  <a:pt x="47409" y="0"/>
                </a:lnTo>
                <a:lnTo>
                  <a:pt x="52285" y="5080"/>
                </a:lnTo>
                <a:lnTo>
                  <a:pt x="63690" y="10045"/>
                </a:lnTo>
                <a:lnTo>
                  <a:pt x="76796" y="9880"/>
                </a:lnTo>
                <a:lnTo>
                  <a:pt x="89141" y="4737"/>
                </a:lnTo>
                <a:lnTo>
                  <a:pt x="94081" y="0"/>
                </a:lnTo>
                <a:close/>
              </a:path>
              <a:path w="965835" h="313690">
                <a:moveTo>
                  <a:pt x="254762" y="249250"/>
                </a:moveTo>
                <a:lnTo>
                  <a:pt x="241757" y="213360"/>
                </a:lnTo>
                <a:lnTo>
                  <a:pt x="218262" y="206032"/>
                </a:lnTo>
                <a:lnTo>
                  <a:pt x="216242" y="204012"/>
                </a:lnTo>
                <a:lnTo>
                  <a:pt x="214210" y="204012"/>
                </a:lnTo>
                <a:lnTo>
                  <a:pt x="210172" y="206032"/>
                </a:lnTo>
                <a:lnTo>
                  <a:pt x="196659" y="211848"/>
                </a:lnTo>
                <a:lnTo>
                  <a:pt x="186918" y="222237"/>
                </a:lnTo>
                <a:lnTo>
                  <a:pt x="181749" y="235610"/>
                </a:lnTo>
                <a:lnTo>
                  <a:pt x="181876" y="250520"/>
                </a:lnTo>
                <a:lnTo>
                  <a:pt x="187693" y="264045"/>
                </a:lnTo>
                <a:lnTo>
                  <a:pt x="198043" y="273773"/>
                </a:lnTo>
                <a:lnTo>
                  <a:pt x="211442" y="278955"/>
                </a:lnTo>
                <a:lnTo>
                  <a:pt x="226047" y="278955"/>
                </a:lnTo>
                <a:lnTo>
                  <a:pt x="239852" y="273011"/>
                </a:lnTo>
                <a:lnTo>
                  <a:pt x="249580" y="262648"/>
                </a:lnTo>
                <a:lnTo>
                  <a:pt x="254762" y="249250"/>
                </a:lnTo>
                <a:close/>
              </a:path>
              <a:path w="965835" h="313690">
                <a:moveTo>
                  <a:pt x="264896" y="98450"/>
                </a:moveTo>
                <a:lnTo>
                  <a:pt x="264756" y="86283"/>
                </a:lnTo>
                <a:lnTo>
                  <a:pt x="264744" y="84709"/>
                </a:lnTo>
                <a:lnTo>
                  <a:pt x="259994" y="73583"/>
                </a:lnTo>
                <a:lnTo>
                  <a:pt x="252107" y="64477"/>
                </a:lnTo>
                <a:lnTo>
                  <a:pt x="241998" y="58547"/>
                </a:lnTo>
                <a:lnTo>
                  <a:pt x="230378" y="56400"/>
                </a:lnTo>
                <a:lnTo>
                  <a:pt x="226339" y="56400"/>
                </a:lnTo>
                <a:lnTo>
                  <a:pt x="222021" y="58547"/>
                </a:lnTo>
                <a:lnTo>
                  <a:pt x="209956" y="63919"/>
                </a:lnTo>
                <a:lnTo>
                  <a:pt x="200825" y="73583"/>
                </a:lnTo>
                <a:lnTo>
                  <a:pt x="195872" y="86283"/>
                </a:lnTo>
                <a:lnTo>
                  <a:pt x="195999" y="98450"/>
                </a:lnTo>
                <a:lnTo>
                  <a:pt x="196024" y="100876"/>
                </a:lnTo>
                <a:lnTo>
                  <a:pt x="201523" y="113233"/>
                </a:lnTo>
                <a:lnTo>
                  <a:pt x="211188" y="122364"/>
                </a:lnTo>
                <a:lnTo>
                  <a:pt x="223875" y="127330"/>
                </a:lnTo>
                <a:lnTo>
                  <a:pt x="238125" y="127330"/>
                </a:lnTo>
                <a:lnTo>
                  <a:pt x="250812" y="121386"/>
                </a:lnTo>
                <a:lnTo>
                  <a:pt x="259943" y="111239"/>
                </a:lnTo>
                <a:lnTo>
                  <a:pt x="264896" y="98450"/>
                </a:lnTo>
                <a:close/>
              </a:path>
              <a:path w="965835" h="313690">
                <a:moveTo>
                  <a:pt x="437819" y="203631"/>
                </a:moveTo>
                <a:lnTo>
                  <a:pt x="412076" y="163690"/>
                </a:lnTo>
                <a:lnTo>
                  <a:pt x="400151" y="161544"/>
                </a:lnTo>
                <a:lnTo>
                  <a:pt x="390042" y="161544"/>
                </a:lnTo>
                <a:lnTo>
                  <a:pt x="376555" y="168529"/>
                </a:lnTo>
                <a:lnTo>
                  <a:pt x="367055" y="179489"/>
                </a:lnTo>
                <a:lnTo>
                  <a:pt x="362470" y="193103"/>
                </a:lnTo>
                <a:lnTo>
                  <a:pt x="363766" y="208051"/>
                </a:lnTo>
                <a:lnTo>
                  <a:pt x="370751" y="221551"/>
                </a:lnTo>
                <a:lnTo>
                  <a:pt x="381698" y="231051"/>
                </a:lnTo>
                <a:lnTo>
                  <a:pt x="395312" y="235635"/>
                </a:lnTo>
                <a:lnTo>
                  <a:pt x="410248" y="234340"/>
                </a:lnTo>
                <a:lnTo>
                  <a:pt x="423735" y="227393"/>
                </a:lnTo>
                <a:lnTo>
                  <a:pt x="433235" y="216649"/>
                </a:lnTo>
                <a:lnTo>
                  <a:pt x="437819" y="203631"/>
                </a:lnTo>
                <a:close/>
              </a:path>
              <a:path w="965835" h="313690">
                <a:moveTo>
                  <a:pt x="441883" y="52819"/>
                </a:moveTo>
                <a:lnTo>
                  <a:pt x="440563" y="38201"/>
                </a:lnTo>
                <a:lnTo>
                  <a:pt x="435762" y="27266"/>
                </a:lnTo>
                <a:lnTo>
                  <a:pt x="427926" y="18986"/>
                </a:lnTo>
                <a:lnTo>
                  <a:pt x="418185" y="13931"/>
                </a:lnTo>
                <a:lnTo>
                  <a:pt x="419023" y="13931"/>
                </a:lnTo>
                <a:lnTo>
                  <a:pt x="406209" y="11912"/>
                </a:lnTo>
                <a:lnTo>
                  <a:pt x="402170" y="13931"/>
                </a:lnTo>
                <a:lnTo>
                  <a:pt x="396100" y="13931"/>
                </a:lnTo>
                <a:lnTo>
                  <a:pt x="383781" y="19748"/>
                </a:lnTo>
                <a:lnTo>
                  <a:pt x="374878" y="30111"/>
                </a:lnTo>
                <a:lnTo>
                  <a:pt x="370522" y="43510"/>
                </a:lnTo>
                <a:lnTo>
                  <a:pt x="371856" y="58420"/>
                </a:lnTo>
                <a:lnTo>
                  <a:pt x="378510" y="70739"/>
                </a:lnTo>
                <a:lnTo>
                  <a:pt x="388772" y="79654"/>
                </a:lnTo>
                <a:lnTo>
                  <a:pt x="401688" y="84010"/>
                </a:lnTo>
                <a:lnTo>
                  <a:pt x="416306" y="82689"/>
                </a:lnTo>
                <a:lnTo>
                  <a:pt x="428625" y="76022"/>
                </a:lnTo>
                <a:lnTo>
                  <a:pt x="437527" y="65747"/>
                </a:lnTo>
                <a:lnTo>
                  <a:pt x="441883" y="52819"/>
                </a:lnTo>
                <a:close/>
              </a:path>
              <a:path w="965835" h="313690">
                <a:moveTo>
                  <a:pt x="613956" y="150202"/>
                </a:moveTo>
                <a:lnTo>
                  <a:pt x="612343" y="135255"/>
                </a:lnTo>
                <a:lnTo>
                  <a:pt x="607225" y="124320"/>
                </a:lnTo>
                <a:lnTo>
                  <a:pt x="598703" y="116052"/>
                </a:lnTo>
                <a:lnTo>
                  <a:pt x="588289" y="110998"/>
                </a:lnTo>
                <a:lnTo>
                  <a:pt x="589140" y="110998"/>
                </a:lnTo>
                <a:lnTo>
                  <a:pt x="575970" y="108966"/>
                </a:lnTo>
                <a:lnTo>
                  <a:pt x="573938" y="108966"/>
                </a:lnTo>
                <a:lnTo>
                  <a:pt x="569899" y="110998"/>
                </a:lnTo>
                <a:lnTo>
                  <a:pt x="565861" y="110998"/>
                </a:lnTo>
                <a:lnTo>
                  <a:pt x="552691" y="117970"/>
                </a:lnTo>
                <a:lnTo>
                  <a:pt x="543877" y="128943"/>
                </a:lnTo>
                <a:lnTo>
                  <a:pt x="540004" y="142557"/>
                </a:lnTo>
                <a:lnTo>
                  <a:pt x="541604" y="157505"/>
                </a:lnTo>
                <a:lnTo>
                  <a:pt x="548589" y="170675"/>
                </a:lnTo>
                <a:lnTo>
                  <a:pt x="559549" y="179489"/>
                </a:lnTo>
                <a:lnTo>
                  <a:pt x="573151" y="183375"/>
                </a:lnTo>
                <a:lnTo>
                  <a:pt x="588086" y="181762"/>
                </a:lnTo>
                <a:lnTo>
                  <a:pt x="601256" y="174790"/>
                </a:lnTo>
                <a:lnTo>
                  <a:pt x="610069" y="163817"/>
                </a:lnTo>
                <a:lnTo>
                  <a:pt x="613956" y="150202"/>
                </a:lnTo>
                <a:close/>
              </a:path>
              <a:path w="965835" h="313690">
                <a:moveTo>
                  <a:pt x="614832" y="3441"/>
                </a:moveTo>
                <a:lnTo>
                  <a:pt x="614718" y="0"/>
                </a:lnTo>
                <a:lnTo>
                  <a:pt x="544703" y="0"/>
                </a:lnTo>
                <a:lnTo>
                  <a:pt x="545655" y="9880"/>
                </a:lnTo>
                <a:lnTo>
                  <a:pt x="552602" y="21920"/>
                </a:lnTo>
                <a:lnTo>
                  <a:pt x="563333" y="30365"/>
                </a:lnTo>
                <a:lnTo>
                  <a:pt x="576351" y="34620"/>
                </a:lnTo>
                <a:lnTo>
                  <a:pt x="590118" y="34150"/>
                </a:lnTo>
                <a:lnTo>
                  <a:pt x="602145" y="27203"/>
                </a:lnTo>
                <a:lnTo>
                  <a:pt x="610577" y="16459"/>
                </a:lnTo>
                <a:lnTo>
                  <a:pt x="614832" y="3441"/>
                </a:lnTo>
                <a:close/>
              </a:path>
              <a:path w="965835" h="313690">
                <a:moveTo>
                  <a:pt x="790943" y="90703"/>
                </a:moveTo>
                <a:lnTo>
                  <a:pt x="764298" y="53009"/>
                </a:lnTo>
                <a:lnTo>
                  <a:pt x="753808" y="52349"/>
                </a:lnTo>
                <a:lnTo>
                  <a:pt x="745731" y="52349"/>
                </a:lnTo>
                <a:lnTo>
                  <a:pt x="741680" y="54368"/>
                </a:lnTo>
                <a:lnTo>
                  <a:pt x="728548" y="61645"/>
                </a:lnTo>
                <a:lnTo>
                  <a:pt x="719963" y="73075"/>
                </a:lnTo>
                <a:lnTo>
                  <a:pt x="716673" y="86791"/>
                </a:lnTo>
                <a:lnTo>
                  <a:pt x="719455" y="100876"/>
                </a:lnTo>
                <a:lnTo>
                  <a:pt x="726719" y="114020"/>
                </a:lnTo>
                <a:lnTo>
                  <a:pt x="738149" y="122618"/>
                </a:lnTo>
                <a:lnTo>
                  <a:pt x="751852" y="125907"/>
                </a:lnTo>
                <a:lnTo>
                  <a:pt x="765937" y="123126"/>
                </a:lnTo>
                <a:lnTo>
                  <a:pt x="779068" y="115862"/>
                </a:lnTo>
                <a:lnTo>
                  <a:pt x="787654" y="104419"/>
                </a:lnTo>
                <a:lnTo>
                  <a:pt x="790943" y="90703"/>
                </a:lnTo>
                <a:close/>
              </a:path>
              <a:path w="965835" h="313690">
                <a:moveTo>
                  <a:pt x="965631" y="29197"/>
                </a:moveTo>
                <a:lnTo>
                  <a:pt x="963993" y="13931"/>
                </a:lnTo>
                <a:lnTo>
                  <a:pt x="958049" y="4165"/>
                </a:lnTo>
                <a:lnTo>
                  <a:pt x="953592" y="0"/>
                </a:lnTo>
                <a:lnTo>
                  <a:pt x="902779" y="0"/>
                </a:lnTo>
                <a:lnTo>
                  <a:pt x="895273" y="10642"/>
                </a:lnTo>
                <a:lnTo>
                  <a:pt x="891616" y="24955"/>
                </a:lnTo>
                <a:lnTo>
                  <a:pt x="893254" y="40220"/>
                </a:lnTo>
                <a:lnTo>
                  <a:pt x="900544" y="53365"/>
                </a:lnTo>
                <a:lnTo>
                  <a:pt x="912202" y="61950"/>
                </a:lnTo>
                <a:lnTo>
                  <a:pt x="926503" y="65239"/>
                </a:lnTo>
                <a:lnTo>
                  <a:pt x="941755" y="62458"/>
                </a:lnTo>
                <a:lnTo>
                  <a:pt x="953757" y="55168"/>
                </a:lnTo>
                <a:lnTo>
                  <a:pt x="961961" y="43510"/>
                </a:lnTo>
                <a:lnTo>
                  <a:pt x="965631" y="29197"/>
                </a:lnTo>
                <a:close/>
              </a:path>
            </a:pathLst>
          </a:custGeom>
          <a:solidFill>
            <a:srgbClr val="2E4D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bg 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052683" y="0"/>
            <a:ext cx="2235315" cy="1203945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747554" y="0"/>
            <a:ext cx="2540444" cy="1278719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493668" y="0"/>
            <a:ext cx="2794330" cy="1354220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289373" y="0"/>
            <a:ext cx="2998625" cy="1432078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091460" y="0"/>
            <a:ext cx="3196538" cy="151926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923720" y="0"/>
            <a:ext cx="3364278" cy="160247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350710" y="0"/>
            <a:ext cx="2937288" cy="271780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965670" y="0"/>
            <a:ext cx="1322328" cy="400050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471936" y="0"/>
            <a:ext cx="1816062" cy="4343840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0" y="8990089"/>
            <a:ext cx="1977882" cy="1296910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0" y="8061798"/>
            <a:ext cx="1899787" cy="2225201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0" y="6811534"/>
            <a:ext cx="1727195" cy="34754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431" y="2964775"/>
            <a:ext cx="15605136" cy="3206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002A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002A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002A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002A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70668" y="385151"/>
            <a:ext cx="15008860" cy="18850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002A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61909" y="2784756"/>
            <a:ext cx="13067030" cy="7186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image" Target="../media/image47.png"/><Relationship Id="rId21" Type="http://schemas.openxmlformats.org/officeDocument/2006/relationships/image" Target="../media/image48.png"/><Relationship Id="rId22" Type="http://schemas.openxmlformats.org/officeDocument/2006/relationships/image" Target="../media/image49.png"/><Relationship Id="rId23" Type="http://schemas.openxmlformats.org/officeDocument/2006/relationships/image" Target="../media/image50.png"/><Relationship Id="rId24" Type="http://schemas.openxmlformats.org/officeDocument/2006/relationships/image" Target="../media/image5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847850" marR="5080" indent="-1835785">
              <a:lnSpc>
                <a:spcPct val="116599"/>
              </a:lnSpc>
              <a:spcBef>
                <a:spcPts val="95"/>
              </a:spcBef>
            </a:pPr>
            <a:r>
              <a:rPr dirty="0" sz="8950" spc="825"/>
              <a:t>NEWS</a:t>
            </a:r>
            <a:r>
              <a:rPr dirty="0" sz="8950" spc="-430"/>
              <a:t> </a:t>
            </a:r>
            <a:r>
              <a:rPr dirty="0" sz="8950" spc="1019"/>
              <a:t>AND</a:t>
            </a:r>
            <a:r>
              <a:rPr dirty="0" sz="8950" spc="-425"/>
              <a:t> </a:t>
            </a:r>
            <a:r>
              <a:rPr dirty="0" sz="8950" spc="1070"/>
              <a:t>SOCIAL</a:t>
            </a:r>
            <a:r>
              <a:rPr dirty="0" sz="8950" spc="-425"/>
              <a:t> </a:t>
            </a:r>
            <a:r>
              <a:rPr dirty="0" sz="8950" spc="1300"/>
              <a:t>MEDIA </a:t>
            </a:r>
            <a:r>
              <a:rPr dirty="0" sz="8950" spc="855"/>
              <a:t>ANALYTICS</a:t>
            </a:r>
            <a:r>
              <a:rPr dirty="0" sz="8950" spc="-434"/>
              <a:t> </a:t>
            </a:r>
            <a:r>
              <a:rPr dirty="0" sz="8950" spc="1140"/>
              <a:t>ENGINE</a:t>
            </a:r>
            <a:endParaRPr sz="8950"/>
          </a:p>
        </p:txBody>
      </p:sp>
      <p:sp>
        <p:nvSpPr>
          <p:cNvPr id="3" name="object 3"/>
          <p:cNvSpPr txBox="1"/>
          <p:nvPr/>
        </p:nvSpPr>
        <p:spPr>
          <a:xfrm>
            <a:off x="134074" y="8437879"/>
            <a:ext cx="8038465" cy="1511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dirty="0" sz="4200" spc="265" b="1">
                <a:solidFill>
                  <a:srgbClr val="002A58"/>
                </a:solidFill>
                <a:latin typeface="Trebuchet MS"/>
                <a:cs typeface="Trebuchet MS"/>
              </a:rPr>
              <a:t>J</a:t>
            </a:r>
            <a:r>
              <a:rPr dirty="0" sz="4200" spc="-204" b="1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200" spc="440" b="1">
                <a:solidFill>
                  <a:srgbClr val="002A58"/>
                </a:solidFill>
                <a:latin typeface="Trebuchet MS"/>
                <a:cs typeface="Trebuchet MS"/>
              </a:rPr>
              <a:t>RAKSHITHA</a:t>
            </a:r>
            <a:r>
              <a:rPr dirty="0" sz="4200" spc="-200" b="1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200" spc="445" b="1">
                <a:solidFill>
                  <a:srgbClr val="002A58"/>
                </a:solidFill>
                <a:latin typeface="Trebuchet MS"/>
                <a:cs typeface="Trebuchet MS"/>
              </a:rPr>
              <a:t>-</a:t>
            </a:r>
            <a:r>
              <a:rPr dirty="0" sz="4200" spc="-200" b="1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200" spc="430" b="1">
                <a:solidFill>
                  <a:srgbClr val="002A58"/>
                </a:solidFill>
                <a:latin typeface="Trebuchet MS"/>
                <a:cs typeface="Trebuchet MS"/>
              </a:rPr>
              <a:t>2520090212 </a:t>
            </a:r>
            <a:r>
              <a:rPr dirty="0" sz="4200" spc="265" b="1">
                <a:solidFill>
                  <a:srgbClr val="002A58"/>
                </a:solidFill>
                <a:latin typeface="Trebuchet MS"/>
                <a:cs typeface="Trebuchet MS"/>
              </a:rPr>
              <a:t>J</a:t>
            </a:r>
            <a:r>
              <a:rPr dirty="0" sz="4200" spc="-210" b="1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200" spc="445" b="1">
                <a:solidFill>
                  <a:srgbClr val="002A58"/>
                </a:solidFill>
                <a:latin typeface="Trebuchet MS"/>
                <a:cs typeface="Trebuchet MS"/>
              </a:rPr>
              <a:t>PRAGAHTI</a:t>
            </a:r>
            <a:r>
              <a:rPr dirty="0" sz="4200" spc="-204" b="1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200" spc="445" b="1">
                <a:solidFill>
                  <a:srgbClr val="002A58"/>
                </a:solidFill>
                <a:latin typeface="Trebuchet MS"/>
                <a:cs typeface="Trebuchet MS"/>
              </a:rPr>
              <a:t>-</a:t>
            </a:r>
            <a:r>
              <a:rPr dirty="0" sz="4200" spc="-210" b="1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200" spc="430" b="1">
                <a:solidFill>
                  <a:srgbClr val="002A58"/>
                </a:solidFill>
                <a:latin typeface="Trebuchet MS"/>
                <a:cs typeface="Trebuchet MS"/>
              </a:rPr>
              <a:t>2520090216</a:t>
            </a:r>
            <a:endParaRPr sz="4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65210" y="5812559"/>
            <a:ext cx="5422900" cy="4474845"/>
            <a:chOff x="12865210" y="5812559"/>
            <a:chExt cx="5422900" cy="4474845"/>
          </a:xfrm>
        </p:grpSpPr>
        <p:sp>
          <p:nvSpPr>
            <p:cNvPr id="3" name="object 3"/>
            <p:cNvSpPr/>
            <p:nvPr/>
          </p:nvSpPr>
          <p:spPr>
            <a:xfrm>
              <a:off x="14992709" y="5812559"/>
              <a:ext cx="3295650" cy="3117850"/>
            </a:xfrm>
            <a:custGeom>
              <a:avLst/>
              <a:gdLst/>
              <a:ahLst/>
              <a:cxnLst/>
              <a:rect l="l" t="t" r="r" b="b"/>
              <a:pathLst>
                <a:path w="3295650" h="3117850">
                  <a:moveTo>
                    <a:pt x="0" y="3117693"/>
                  </a:moveTo>
                  <a:lnTo>
                    <a:pt x="3295290" y="2798608"/>
                  </a:lnTo>
                  <a:lnTo>
                    <a:pt x="3295290" y="0"/>
                  </a:lnTo>
                  <a:lnTo>
                    <a:pt x="3246559" y="15391"/>
                  </a:lnTo>
                  <a:lnTo>
                    <a:pt x="3208834" y="28355"/>
                  </a:lnTo>
                  <a:lnTo>
                    <a:pt x="3171389" y="42072"/>
                  </a:lnTo>
                  <a:lnTo>
                    <a:pt x="3134219" y="56532"/>
                  </a:lnTo>
                  <a:lnTo>
                    <a:pt x="3097322" y="71719"/>
                  </a:lnTo>
                  <a:lnTo>
                    <a:pt x="3060694" y="87622"/>
                  </a:lnTo>
                  <a:lnTo>
                    <a:pt x="3024331" y="104225"/>
                  </a:lnTo>
                  <a:lnTo>
                    <a:pt x="2988231" y="121518"/>
                  </a:lnTo>
                  <a:lnTo>
                    <a:pt x="2952390" y="139485"/>
                  </a:lnTo>
                  <a:lnTo>
                    <a:pt x="2916803" y="158114"/>
                  </a:lnTo>
                  <a:lnTo>
                    <a:pt x="2881469" y="177391"/>
                  </a:lnTo>
                  <a:lnTo>
                    <a:pt x="2846382" y="197304"/>
                  </a:lnTo>
                  <a:lnTo>
                    <a:pt x="2811541" y="217838"/>
                  </a:lnTo>
                  <a:lnTo>
                    <a:pt x="2776941" y="238982"/>
                  </a:lnTo>
                  <a:lnTo>
                    <a:pt x="2742579" y="260720"/>
                  </a:lnTo>
                  <a:lnTo>
                    <a:pt x="2708452" y="283041"/>
                  </a:lnTo>
                  <a:lnTo>
                    <a:pt x="2674555" y="305931"/>
                  </a:lnTo>
                  <a:lnTo>
                    <a:pt x="2640887" y="329376"/>
                  </a:lnTo>
                  <a:lnTo>
                    <a:pt x="2607442" y="353363"/>
                  </a:lnTo>
                  <a:lnTo>
                    <a:pt x="2574219" y="377880"/>
                  </a:lnTo>
                  <a:lnTo>
                    <a:pt x="2541213" y="402912"/>
                  </a:lnTo>
                  <a:lnTo>
                    <a:pt x="2508420" y="428447"/>
                  </a:lnTo>
                  <a:lnTo>
                    <a:pt x="2475838" y="454471"/>
                  </a:lnTo>
                  <a:lnTo>
                    <a:pt x="2443463" y="480971"/>
                  </a:lnTo>
                  <a:lnTo>
                    <a:pt x="2411292" y="507934"/>
                  </a:lnTo>
                  <a:lnTo>
                    <a:pt x="2379320" y="535346"/>
                  </a:lnTo>
                  <a:lnTo>
                    <a:pt x="2347545" y="563194"/>
                  </a:lnTo>
                  <a:lnTo>
                    <a:pt x="2315964" y="591465"/>
                  </a:lnTo>
                  <a:lnTo>
                    <a:pt x="2284572" y="620146"/>
                  </a:lnTo>
                  <a:lnTo>
                    <a:pt x="2222344" y="678683"/>
                  </a:lnTo>
                  <a:lnTo>
                    <a:pt x="2160833" y="738699"/>
                  </a:lnTo>
                  <a:lnTo>
                    <a:pt x="2100012" y="800088"/>
                  </a:lnTo>
                  <a:lnTo>
                    <a:pt x="2039854" y="862744"/>
                  </a:lnTo>
                  <a:lnTo>
                    <a:pt x="1980330" y="926561"/>
                  </a:lnTo>
                  <a:lnTo>
                    <a:pt x="1921414" y="991432"/>
                  </a:lnTo>
                  <a:lnTo>
                    <a:pt x="1863078" y="1057252"/>
                  </a:lnTo>
                  <a:lnTo>
                    <a:pt x="1805294" y="1123913"/>
                  </a:lnTo>
                  <a:lnTo>
                    <a:pt x="1748034" y="1191310"/>
                  </a:lnTo>
                  <a:lnTo>
                    <a:pt x="1663067" y="1293554"/>
                  </a:lnTo>
                  <a:lnTo>
                    <a:pt x="1579126" y="1396857"/>
                  </a:lnTo>
                  <a:lnTo>
                    <a:pt x="1468638" y="1535621"/>
                  </a:lnTo>
                  <a:lnTo>
                    <a:pt x="1012422" y="2119517"/>
                  </a:lnTo>
                  <a:lnTo>
                    <a:pt x="907013" y="2250882"/>
                  </a:lnTo>
                  <a:lnTo>
                    <a:pt x="828151" y="2346786"/>
                  </a:lnTo>
                  <a:lnTo>
                    <a:pt x="749353" y="2440046"/>
                  </a:lnTo>
                  <a:lnTo>
                    <a:pt x="696810" y="2500574"/>
                  </a:lnTo>
                  <a:lnTo>
                    <a:pt x="644226" y="2559660"/>
                  </a:lnTo>
                  <a:lnTo>
                    <a:pt x="591574" y="2617201"/>
                  </a:lnTo>
                  <a:lnTo>
                    <a:pt x="538826" y="2673088"/>
                  </a:lnTo>
                  <a:lnTo>
                    <a:pt x="485954" y="2727216"/>
                  </a:lnTo>
                  <a:lnTo>
                    <a:pt x="432931" y="2779479"/>
                  </a:lnTo>
                  <a:lnTo>
                    <a:pt x="379729" y="2829770"/>
                  </a:lnTo>
                  <a:lnTo>
                    <a:pt x="326322" y="2877984"/>
                  </a:lnTo>
                  <a:lnTo>
                    <a:pt x="272680" y="2924014"/>
                  </a:lnTo>
                  <a:lnTo>
                    <a:pt x="218777" y="2967754"/>
                  </a:lnTo>
                  <a:lnTo>
                    <a:pt x="164585" y="3009099"/>
                  </a:lnTo>
                  <a:lnTo>
                    <a:pt x="110077" y="3047940"/>
                  </a:lnTo>
                  <a:lnTo>
                    <a:pt x="55224" y="3084174"/>
                  </a:lnTo>
                  <a:lnTo>
                    <a:pt x="27660" y="3101279"/>
                  </a:lnTo>
                  <a:lnTo>
                    <a:pt x="0" y="3117693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65210" y="6526306"/>
              <a:ext cx="5422788" cy="376069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07794" y="7230864"/>
              <a:ext cx="5280205" cy="305613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87863" y="7934354"/>
              <a:ext cx="3400425" cy="2352675"/>
            </a:xfrm>
            <a:custGeom>
              <a:avLst/>
              <a:gdLst/>
              <a:ahLst/>
              <a:cxnLst/>
              <a:rect l="l" t="t" r="r" b="b"/>
              <a:pathLst>
                <a:path w="3400425" h="2352675">
                  <a:moveTo>
                    <a:pt x="0" y="2352645"/>
                  </a:moveTo>
                  <a:lnTo>
                    <a:pt x="1534752" y="2352645"/>
                  </a:lnTo>
                  <a:lnTo>
                    <a:pt x="3400135" y="2277105"/>
                  </a:lnTo>
                  <a:lnTo>
                    <a:pt x="3400135" y="0"/>
                  </a:lnTo>
                  <a:lnTo>
                    <a:pt x="3380819" y="7473"/>
                  </a:lnTo>
                  <a:lnTo>
                    <a:pt x="3319572" y="32918"/>
                  </a:lnTo>
                  <a:lnTo>
                    <a:pt x="3258216" y="60669"/>
                  </a:lnTo>
                  <a:lnTo>
                    <a:pt x="3196689" y="90663"/>
                  </a:lnTo>
                  <a:lnTo>
                    <a:pt x="3134929" y="122838"/>
                  </a:lnTo>
                  <a:lnTo>
                    <a:pt x="3072874" y="157132"/>
                  </a:lnTo>
                  <a:lnTo>
                    <a:pt x="3010463" y="193483"/>
                  </a:lnTo>
                  <a:lnTo>
                    <a:pt x="2947633" y="231830"/>
                  </a:lnTo>
                  <a:lnTo>
                    <a:pt x="2884323" y="272111"/>
                  </a:lnTo>
                  <a:lnTo>
                    <a:pt x="2820470" y="314264"/>
                  </a:lnTo>
                  <a:lnTo>
                    <a:pt x="2788321" y="336023"/>
                  </a:lnTo>
                  <a:lnTo>
                    <a:pt x="2723538" y="380867"/>
                  </a:lnTo>
                  <a:lnTo>
                    <a:pt x="2658058" y="427428"/>
                  </a:lnTo>
                  <a:lnTo>
                    <a:pt x="2591819" y="475645"/>
                  </a:lnTo>
                  <a:lnTo>
                    <a:pt x="2490901" y="550939"/>
                  </a:lnTo>
                  <a:lnTo>
                    <a:pt x="2353110" y="656546"/>
                  </a:lnTo>
                  <a:lnTo>
                    <a:pt x="1591970" y="1257300"/>
                  </a:lnTo>
                  <a:lnTo>
                    <a:pt x="1378212" y="1421753"/>
                  </a:lnTo>
                  <a:lnTo>
                    <a:pt x="1199098" y="1556077"/>
                  </a:lnTo>
                  <a:lnTo>
                    <a:pt x="1059708" y="1658107"/>
                  </a:lnTo>
                  <a:lnTo>
                    <a:pt x="915753" y="1761009"/>
                  </a:lnTo>
                  <a:lnTo>
                    <a:pt x="767025" y="1864572"/>
                  </a:lnTo>
                  <a:lnTo>
                    <a:pt x="665118" y="1933879"/>
                  </a:lnTo>
                  <a:lnTo>
                    <a:pt x="560935" y="2003325"/>
                  </a:lnTo>
                  <a:lnTo>
                    <a:pt x="454413" y="2072849"/>
                  </a:lnTo>
                  <a:lnTo>
                    <a:pt x="345491" y="2142389"/>
                  </a:lnTo>
                  <a:lnTo>
                    <a:pt x="234107" y="2211883"/>
                  </a:lnTo>
                  <a:lnTo>
                    <a:pt x="120198" y="2281269"/>
                  </a:lnTo>
                  <a:lnTo>
                    <a:pt x="3704" y="2350486"/>
                  </a:lnTo>
                  <a:lnTo>
                    <a:pt x="0" y="2352645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16585" y="8423197"/>
              <a:ext cx="3471413" cy="18638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32721" y="8646758"/>
              <a:ext cx="3355278" cy="164024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747658" y="9814760"/>
              <a:ext cx="1540510" cy="472440"/>
            </a:xfrm>
            <a:custGeom>
              <a:avLst/>
              <a:gdLst/>
              <a:ahLst/>
              <a:cxnLst/>
              <a:rect l="l" t="t" r="r" b="b"/>
              <a:pathLst>
                <a:path w="1540509" h="472440">
                  <a:moveTo>
                    <a:pt x="0" y="472238"/>
                  </a:moveTo>
                  <a:lnTo>
                    <a:pt x="1540341" y="472238"/>
                  </a:lnTo>
                  <a:lnTo>
                    <a:pt x="1540341" y="0"/>
                  </a:lnTo>
                  <a:lnTo>
                    <a:pt x="1498635" y="5871"/>
                  </a:lnTo>
                  <a:lnTo>
                    <a:pt x="1460587" y="11692"/>
                  </a:lnTo>
                  <a:lnTo>
                    <a:pt x="1422799" y="17894"/>
                  </a:lnTo>
                  <a:lnTo>
                    <a:pt x="1385260" y="24467"/>
                  </a:lnTo>
                  <a:lnTo>
                    <a:pt x="1310884" y="38694"/>
                  </a:lnTo>
                  <a:lnTo>
                    <a:pt x="1237370" y="54299"/>
                  </a:lnTo>
                  <a:lnTo>
                    <a:pt x="1164629" y="71208"/>
                  </a:lnTo>
                  <a:lnTo>
                    <a:pt x="1092573" y="89350"/>
                  </a:lnTo>
                  <a:lnTo>
                    <a:pt x="1021110" y="108650"/>
                  </a:lnTo>
                  <a:lnTo>
                    <a:pt x="950153" y="129037"/>
                  </a:lnTo>
                  <a:lnTo>
                    <a:pt x="879611" y="150436"/>
                  </a:lnTo>
                  <a:lnTo>
                    <a:pt x="809396" y="172774"/>
                  </a:lnTo>
                  <a:lnTo>
                    <a:pt x="704491" y="207884"/>
                  </a:lnTo>
                  <a:lnTo>
                    <a:pt x="564928" y="257303"/>
                  </a:lnTo>
                  <a:lnTo>
                    <a:pt x="0" y="472238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256544" y="9973678"/>
              <a:ext cx="965835" cy="313690"/>
            </a:xfrm>
            <a:custGeom>
              <a:avLst/>
              <a:gdLst/>
              <a:ahLst/>
              <a:cxnLst/>
              <a:rect l="l" t="t" r="r" b="b"/>
              <a:pathLst>
                <a:path w="965834" h="313690">
                  <a:moveTo>
                    <a:pt x="74015" y="288239"/>
                  </a:moveTo>
                  <a:lnTo>
                    <a:pt x="72377" y="272986"/>
                  </a:lnTo>
                  <a:lnTo>
                    <a:pt x="65074" y="259842"/>
                  </a:lnTo>
                  <a:lnTo>
                    <a:pt x="53428" y="251244"/>
                  </a:lnTo>
                  <a:lnTo>
                    <a:pt x="39128" y="247954"/>
                  </a:lnTo>
                  <a:lnTo>
                    <a:pt x="23876" y="250736"/>
                  </a:lnTo>
                  <a:lnTo>
                    <a:pt x="11874" y="258038"/>
                  </a:lnTo>
                  <a:lnTo>
                    <a:pt x="3657" y="269697"/>
                  </a:lnTo>
                  <a:lnTo>
                    <a:pt x="0" y="284010"/>
                  </a:lnTo>
                  <a:lnTo>
                    <a:pt x="1638" y="299262"/>
                  </a:lnTo>
                  <a:lnTo>
                    <a:pt x="7581" y="309029"/>
                  </a:lnTo>
                  <a:lnTo>
                    <a:pt x="12166" y="313321"/>
                  </a:lnTo>
                  <a:lnTo>
                    <a:pt x="62763" y="313321"/>
                  </a:lnTo>
                  <a:lnTo>
                    <a:pt x="70358" y="302552"/>
                  </a:lnTo>
                  <a:lnTo>
                    <a:pt x="74015" y="288239"/>
                  </a:lnTo>
                  <a:close/>
                </a:path>
                <a:path w="965834" h="313690">
                  <a:moveTo>
                    <a:pt x="248958" y="226402"/>
                  </a:moveTo>
                  <a:lnTo>
                    <a:pt x="246176" y="212318"/>
                  </a:lnTo>
                  <a:lnTo>
                    <a:pt x="238912" y="199174"/>
                  </a:lnTo>
                  <a:lnTo>
                    <a:pt x="227482" y="190576"/>
                  </a:lnTo>
                  <a:lnTo>
                    <a:pt x="213779" y="187299"/>
                  </a:lnTo>
                  <a:lnTo>
                    <a:pt x="199694" y="190068"/>
                  </a:lnTo>
                  <a:lnTo>
                    <a:pt x="186550" y="197345"/>
                  </a:lnTo>
                  <a:lnTo>
                    <a:pt x="177965" y="208775"/>
                  </a:lnTo>
                  <a:lnTo>
                    <a:pt x="174688" y="222491"/>
                  </a:lnTo>
                  <a:lnTo>
                    <a:pt x="177457" y="236588"/>
                  </a:lnTo>
                  <a:lnTo>
                    <a:pt x="183400" y="247484"/>
                  </a:lnTo>
                  <a:lnTo>
                    <a:pt x="191604" y="255536"/>
                  </a:lnTo>
                  <a:lnTo>
                    <a:pt x="201333" y="260184"/>
                  </a:lnTo>
                  <a:lnTo>
                    <a:pt x="211823" y="260845"/>
                  </a:lnTo>
                  <a:lnTo>
                    <a:pt x="219900" y="260845"/>
                  </a:lnTo>
                  <a:lnTo>
                    <a:pt x="223939" y="258826"/>
                  </a:lnTo>
                  <a:lnTo>
                    <a:pt x="237083" y="251561"/>
                  </a:lnTo>
                  <a:lnTo>
                    <a:pt x="245668" y="240118"/>
                  </a:lnTo>
                  <a:lnTo>
                    <a:pt x="248958" y="226402"/>
                  </a:lnTo>
                  <a:close/>
                </a:path>
                <a:path w="965834" h="313690">
                  <a:moveTo>
                    <a:pt x="420941" y="313321"/>
                  </a:moveTo>
                  <a:lnTo>
                    <a:pt x="419976" y="303314"/>
                  </a:lnTo>
                  <a:lnTo>
                    <a:pt x="413029" y="291274"/>
                  </a:lnTo>
                  <a:lnTo>
                    <a:pt x="402297" y="282841"/>
                  </a:lnTo>
                  <a:lnTo>
                    <a:pt x="389280" y="278574"/>
                  </a:lnTo>
                  <a:lnTo>
                    <a:pt x="375513" y="279044"/>
                  </a:lnTo>
                  <a:lnTo>
                    <a:pt x="363486" y="286004"/>
                  </a:lnTo>
                  <a:lnTo>
                    <a:pt x="355053" y="296735"/>
                  </a:lnTo>
                  <a:lnTo>
                    <a:pt x="350786" y="309753"/>
                  </a:lnTo>
                  <a:lnTo>
                    <a:pt x="350913" y="313321"/>
                  </a:lnTo>
                  <a:lnTo>
                    <a:pt x="420941" y="313321"/>
                  </a:lnTo>
                  <a:close/>
                </a:path>
                <a:path w="965834" h="313690">
                  <a:moveTo>
                    <a:pt x="425627" y="170637"/>
                  </a:moveTo>
                  <a:lnTo>
                    <a:pt x="424014" y="155702"/>
                  </a:lnTo>
                  <a:lnTo>
                    <a:pt x="417042" y="142519"/>
                  </a:lnTo>
                  <a:lnTo>
                    <a:pt x="406082" y="133705"/>
                  </a:lnTo>
                  <a:lnTo>
                    <a:pt x="392468" y="129819"/>
                  </a:lnTo>
                  <a:lnTo>
                    <a:pt x="377532" y="131432"/>
                  </a:lnTo>
                  <a:lnTo>
                    <a:pt x="364363" y="138417"/>
                  </a:lnTo>
                  <a:lnTo>
                    <a:pt x="355561" y="149377"/>
                  </a:lnTo>
                  <a:lnTo>
                    <a:pt x="351675" y="162991"/>
                  </a:lnTo>
                  <a:lnTo>
                    <a:pt x="353288" y="177939"/>
                  </a:lnTo>
                  <a:lnTo>
                    <a:pt x="358394" y="188874"/>
                  </a:lnTo>
                  <a:lnTo>
                    <a:pt x="366928" y="197154"/>
                  </a:lnTo>
                  <a:lnTo>
                    <a:pt x="377329" y="202209"/>
                  </a:lnTo>
                  <a:lnTo>
                    <a:pt x="376491" y="202209"/>
                  </a:lnTo>
                  <a:lnTo>
                    <a:pt x="389661" y="204228"/>
                  </a:lnTo>
                  <a:lnTo>
                    <a:pt x="391680" y="204228"/>
                  </a:lnTo>
                  <a:lnTo>
                    <a:pt x="395719" y="202209"/>
                  </a:lnTo>
                  <a:lnTo>
                    <a:pt x="399770" y="202209"/>
                  </a:lnTo>
                  <a:lnTo>
                    <a:pt x="412940" y="195224"/>
                  </a:lnTo>
                  <a:lnTo>
                    <a:pt x="421741" y="184264"/>
                  </a:lnTo>
                  <a:lnTo>
                    <a:pt x="425627" y="170637"/>
                  </a:lnTo>
                  <a:close/>
                </a:path>
                <a:path w="965834" h="313690">
                  <a:moveTo>
                    <a:pt x="595109" y="269697"/>
                  </a:moveTo>
                  <a:lnTo>
                    <a:pt x="593775" y="254787"/>
                  </a:lnTo>
                  <a:lnTo>
                    <a:pt x="587108" y="242455"/>
                  </a:lnTo>
                  <a:lnTo>
                    <a:pt x="576846" y="233553"/>
                  </a:lnTo>
                  <a:lnTo>
                    <a:pt x="563930" y="229184"/>
                  </a:lnTo>
                  <a:lnTo>
                    <a:pt x="549313" y="230517"/>
                  </a:lnTo>
                  <a:lnTo>
                    <a:pt x="537006" y="237185"/>
                  </a:lnTo>
                  <a:lnTo>
                    <a:pt x="528091" y="247446"/>
                  </a:lnTo>
                  <a:lnTo>
                    <a:pt x="523735" y="260375"/>
                  </a:lnTo>
                  <a:lnTo>
                    <a:pt x="525068" y="275005"/>
                  </a:lnTo>
                  <a:lnTo>
                    <a:pt x="529869" y="285940"/>
                  </a:lnTo>
                  <a:lnTo>
                    <a:pt x="537692" y="294208"/>
                  </a:lnTo>
                  <a:lnTo>
                    <a:pt x="547433" y="299262"/>
                  </a:lnTo>
                  <a:lnTo>
                    <a:pt x="546608" y="299262"/>
                  </a:lnTo>
                  <a:lnTo>
                    <a:pt x="559422" y="301294"/>
                  </a:lnTo>
                  <a:lnTo>
                    <a:pt x="563460" y="299262"/>
                  </a:lnTo>
                  <a:lnTo>
                    <a:pt x="569531" y="299262"/>
                  </a:lnTo>
                  <a:lnTo>
                    <a:pt x="581837" y="293458"/>
                  </a:lnTo>
                  <a:lnTo>
                    <a:pt x="590740" y="283095"/>
                  </a:lnTo>
                  <a:lnTo>
                    <a:pt x="595109" y="269697"/>
                  </a:lnTo>
                  <a:close/>
                </a:path>
                <a:path w="965834" h="313690">
                  <a:moveTo>
                    <a:pt x="603161" y="120091"/>
                  </a:moveTo>
                  <a:lnTo>
                    <a:pt x="601865" y="105143"/>
                  </a:lnTo>
                  <a:lnTo>
                    <a:pt x="594880" y="91655"/>
                  </a:lnTo>
                  <a:lnTo>
                    <a:pt x="583920" y="82143"/>
                  </a:lnTo>
                  <a:lnTo>
                    <a:pt x="570318" y="77558"/>
                  </a:lnTo>
                  <a:lnTo>
                    <a:pt x="555383" y="78854"/>
                  </a:lnTo>
                  <a:lnTo>
                    <a:pt x="541896" y="85813"/>
                  </a:lnTo>
                  <a:lnTo>
                    <a:pt x="532396" y="96545"/>
                  </a:lnTo>
                  <a:lnTo>
                    <a:pt x="527812" y="109562"/>
                  </a:lnTo>
                  <a:lnTo>
                    <a:pt x="529107" y="123342"/>
                  </a:lnTo>
                  <a:lnTo>
                    <a:pt x="534225" y="134594"/>
                  </a:lnTo>
                  <a:lnTo>
                    <a:pt x="542747" y="143560"/>
                  </a:lnTo>
                  <a:lnTo>
                    <a:pt x="553542" y="149504"/>
                  </a:lnTo>
                  <a:lnTo>
                    <a:pt x="565480" y="151650"/>
                  </a:lnTo>
                  <a:lnTo>
                    <a:pt x="575589" y="151650"/>
                  </a:lnTo>
                  <a:lnTo>
                    <a:pt x="589076" y="144665"/>
                  </a:lnTo>
                  <a:lnTo>
                    <a:pt x="598576" y="133705"/>
                  </a:lnTo>
                  <a:lnTo>
                    <a:pt x="603161" y="120091"/>
                  </a:lnTo>
                  <a:close/>
                </a:path>
                <a:path w="965834" h="313690">
                  <a:moveTo>
                    <a:pt x="769759" y="226910"/>
                  </a:moveTo>
                  <a:lnTo>
                    <a:pt x="769620" y="214744"/>
                  </a:lnTo>
                  <a:lnTo>
                    <a:pt x="769594" y="212318"/>
                  </a:lnTo>
                  <a:lnTo>
                    <a:pt x="764108" y="199961"/>
                  </a:lnTo>
                  <a:lnTo>
                    <a:pt x="754443" y="190830"/>
                  </a:lnTo>
                  <a:lnTo>
                    <a:pt x="741743" y="185877"/>
                  </a:lnTo>
                  <a:lnTo>
                    <a:pt x="727494" y="185877"/>
                  </a:lnTo>
                  <a:lnTo>
                    <a:pt x="714819" y="191808"/>
                  </a:lnTo>
                  <a:lnTo>
                    <a:pt x="705688" y="201955"/>
                  </a:lnTo>
                  <a:lnTo>
                    <a:pt x="700735" y="214744"/>
                  </a:lnTo>
                  <a:lnTo>
                    <a:pt x="700874" y="226910"/>
                  </a:lnTo>
                  <a:lnTo>
                    <a:pt x="700887" y="228498"/>
                  </a:lnTo>
                  <a:lnTo>
                    <a:pt x="705637" y="239610"/>
                  </a:lnTo>
                  <a:lnTo>
                    <a:pt x="713524" y="248716"/>
                  </a:lnTo>
                  <a:lnTo>
                    <a:pt x="723620" y="254660"/>
                  </a:lnTo>
                  <a:lnTo>
                    <a:pt x="735241" y="256806"/>
                  </a:lnTo>
                  <a:lnTo>
                    <a:pt x="739279" y="256806"/>
                  </a:lnTo>
                  <a:lnTo>
                    <a:pt x="743610" y="254660"/>
                  </a:lnTo>
                  <a:lnTo>
                    <a:pt x="755675" y="249288"/>
                  </a:lnTo>
                  <a:lnTo>
                    <a:pt x="764794" y="239610"/>
                  </a:lnTo>
                  <a:lnTo>
                    <a:pt x="769759" y="226910"/>
                  </a:lnTo>
                  <a:close/>
                </a:path>
                <a:path w="965834" h="313690">
                  <a:moveTo>
                    <a:pt x="783869" y="77597"/>
                  </a:moveTo>
                  <a:lnTo>
                    <a:pt x="783742" y="62674"/>
                  </a:lnTo>
                  <a:lnTo>
                    <a:pt x="777938" y="49161"/>
                  </a:lnTo>
                  <a:lnTo>
                    <a:pt x="767575" y="39420"/>
                  </a:lnTo>
                  <a:lnTo>
                    <a:pt x="754189" y="34239"/>
                  </a:lnTo>
                  <a:lnTo>
                    <a:pt x="739584" y="34239"/>
                  </a:lnTo>
                  <a:lnTo>
                    <a:pt x="725766" y="40182"/>
                  </a:lnTo>
                  <a:lnTo>
                    <a:pt x="716038" y="50546"/>
                  </a:lnTo>
                  <a:lnTo>
                    <a:pt x="710869" y="63944"/>
                  </a:lnTo>
                  <a:lnTo>
                    <a:pt x="710996" y="78854"/>
                  </a:lnTo>
                  <a:lnTo>
                    <a:pt x="715822" y="90957"/>
                  </a:lnTo>
                  <a:lnTo>
                    <a:pt x="723874" y="99834"/>
                  </a:lnTo>
                  <a:lnTo>
                    <a:pt x="734580" y="105308"/>
                  </a:lnTo>
                  <a:lnTo>
                    <a:pt x="747369" y="107162"/>
                  </a:lnTo>
                  <a:lnTo>
                    <a:pt x="749388" y="109194"/>
                  </a:lnTo>
                  <a:lnTo>
                    <a:pt x="751408" y="109194"/>
                  </a:lnTo>
                  <a:lnTo>
                    <a:pt x="755446" y="107162"/>
                  </a:lnTo>
                  <a:lnTo>
                    <a:pt x="768972" y="101358"/>
                  </a:lnTo>
                  <a:lnTo>
                    <a:pt x="778700" y="90957"/>
                  </a:lnTo>
                  <a:lnTo>
                    <a:pt x="783869" y="77597"/>
                  </a:lnTo>
                  <a:close/>
                </a:path>
                <a:path w="965834" h="313690">
                  <a:moveTo>
                    <a:pt x="918337" y="313321"/>
                  </a:moveTo>
                  <a:lnTo>
                    <a:pt x="913345" y="308114"/>
                  </a:lnTo>
                  <a:lnTo>
                    <a:pt x="901941" y="303161"/>
                  </a:lnTo>
                  <a:lnTo>
                    <a:pt x="888834" y="303314"/>
                  </a:lnTo>
                  <a:lnTo>
                    <a:pt x="876490" y="308457"/>
                  </a:lnTo>
                  <a:lnTo>
                    <a:pt x="871423" y="313321"/>
                  </a:lnTo>
                  <a:lnTo>
                    <a:pt x="918337" y="313321"/>
                  </a:lnTo>
                  <a:close/>
                </a:path>
                <a:path w="965834" h="313690">
                  <a:moveTo>
                    <a:pt x="947572" y="193395"/>
                  </a:moveTo>
                  <a:lnTo>
                    <a:pt x="947445" y="179959"/>
                  </a:lnTo>
                  <a:lnTo>
                    <a:pt x="941984" y="167297"/>
                  </a:lnTo>
                  <a:lnTo>
                    <a:pt x="932535" y="157467"/>
                  </a:lnTo>
                  <a:lnTo>
                    <a:pt x="920102" y="151650"/>
                  </a:lnTo>
                  <a:lnTo>
                    <a:pt x="907021" y="151650"/>
                  </a:lnTo>
                  <a:lnTo>
                    <a:pt x="893508" y="157124"/>
                  </a:lnTo>
                  <a:lnTo>
                    <a:pt x="883780" y="166573"/>
                  </a:lnTo>
                  <a:lnTo>
                    <a:pt x="878598" y="178663"/>
                  </a:lnTo>
                  <a:lnTo>
                    <a:pt x="878725" y="192100"/>
                  </a:lnTo>
                  <a:lnTo>
                    <a:pt x="883526" y="204508"/>
                  </a:lnTo>
                  <a:lnTo>
                    <a:pt x="891362" y="214083"/>
                  </a:lnTo>
                  <a:lnTo>
                    <a:pt x="901471" y="220243"/>
                  </a:lnTo>
                  <a:lnTo>
                    <a:pt x="913091" y="222427"/>
                  </a:lnTo>
                  <a:lnTo>
                    <a:pt x="913091" y="220243"/>
                  </a:lnTo>
                  <a:lnTo>
                    <a:pt x="919543" y="220243"/>
                  </a:lnTo>
                  <a:lnTo>
                    <a:pt x="932662" y="214934"/>
                  </a:lnTo>
                  <a:lnTo>
                    <a:pt x="942390" y="205498"/>
                  </a:lnTo>
                  <a:lnTo>
                    <a:pt x="947572" y="193395"/>
                  </a:lnTo>
                  <a:close/>
                </a:path>
                <a:path w="965834" h="313690">
                  <a:moveTo>
                    <a:pt x="965631" y="30327"/>
                  </a:moveTo>
                  <a:lnTo>
                    <a:pt x="960132" y="16484"/>
                  </a:lnTo>
                  <a:lnTo>
                    <a:pt x="950480" y="6057"/>
                  </a:lnTo>
                  <a:lnTo>
                    <a:pt x="937374" y="0"/>
                  </a:lnTo>
                  <a:lnTo>
                    <a:pt x="923188" y="0"/>
                  </a:lnTo>
                  <a:lnTo>
                    <a:pt x="909358" y="5486"/>
                  </a:lnTo>
                  <a:lnTo>
                    <a:pt x="898944" y="15163"/>
                  </a:lnTo>
                  <a:lnTo>
                    <a:pt x="893064" y="27863"/>
                  </a:lnTo>
                  <a:lnTo>
                    <a:pt x="892873" y="42456"/>
                  </a:lnTo>
                  <a:lnTo>
                    <a:pt x="897712" y="54876"/>
                  </a:lnTo>
                  <a:lnTo>
                    <a:pt x="905764" y="64452"/>
                  </a:lnTo>
                  <a:lnTo>
                    <a:pt x="916470" y="70612"/>
                  </a:lnTo>
                  <a:lnTo>
                    <a:pt x="929259" y="72796"/>
                  </a:lnTo>
                  <a:lnTo>
                    <a:pt x="931278" y="74815"/>
                  </a:lnTo>
                  <a:lnTo>
                    <a:pt x="933297" y="72796"/>
                  </a:lnTo>
                  <a:lnTo>
                    <a:pt x="935316" y="72796"/>
                  </a:lnTo>
                  <a:lnTo>
                    <a:pt x="949147" y="67297"/>
                  </a:lnTo>
                  <a:lnTo>
                    <a:pt x="959573" y="57619"/>
                  </a:lnTo>
                  <a:lnTo>
                    <a:pt x="965441" y="44919"/>
                  </a:lnTo>
                  <a:lnTo>
                    <a:pt x="965631" y="30327"/>
                  </a:lnTo>
                  <a:close/>
                </a:path>
              </a:pathLst>
            </a:custGeom>
            <a:solidFill>
              <a:srgbClr val="2E4D6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0" y="0"/>
            <a:ext cx="5422900" cy="4474845"/>
            <a:chOff x="0" y="0"/>
            <a:chExt cx="5422900" cy="4474845"/>
          </a:xfrm>
        </p:grpSpPr>
        <p:sp>
          <p:nvSpPr>
            <p:cNvPr id="12" name="object 12"/>
            <p:cNvSpPr/>
            <p:nvPr/>
          </p:nvSpPr>
          <p:spPr>
            <a:xfrm>
              <a:off x="0" y="1356624"/>
              <a:ext cx="3295650" cy="3117850"/>
            </a:xfrm>
            <a:custGeom>
              <a:avLst/>
              <a:gdLst/>
              <a:ahLst/>
              <a:cxnLst/>
              <a:rect l="l" t="t" r="r" b="b"/>
              <a:pathLst>
                <a:path w="3295650" h="3117850">
                  <a:moveTo>
                    <a:pt x="3295146" y="0"/>
                  </a:moveTo>
                  <a:lnTo>
                    <a:pt x="0" y="319070"/>
                  </a:lnTo>
                  <a:lnTo>
                    <a:pt x="0" y="3117650"/>
                  </a:lnTo>
                  <a:lnTo>
                    <a:pt x="48587" y="3102301"/>
                  </a:lnTo>
                  <a:lnTo>
                    <a:pt x="86312" y="3089338"/>
                  </a:lnTo>
                  <a:lnTo>
                    <a:pt x="123757" y="3075620"/>
                  </a:lnTo>
                  <a:lnTo>
                    <a:pt x="160927" y="3061160"/>
                  </a:lnTo>
                  <a:lnTo>
                    <a:pt x="197824" y="3045973"/>
                  </a:lnTo>
                  <a:lnTo>
                    <a:pt x="234452" y="3030070"/>
                  </a:lnTo>
                  <a:lnTo>
                    <a:pt x="270814" y="3013467"/>
                  </a:lnTo>
                  <a:lnTo>
                    <a:pt x="306915" y="2996174"/>
                  </a:lnTo>
                  <a:lnTo>
                    <a:pt x="342756" y="2978207"/>
                  </a:lnTo>
                  <a:lnTo>
                    <a:pt x="378343" y="2959578"/>
                  </a:lnTo>
                  <a:lnTo>
                    <a:pt x="413677" y="2940301"/>
                  </a:lnTo>
                  <a:lnTo>
                    <a:pt x="448763" y="2920388"/>
                  </a:lnTo>
                  <a:lnTo>
                    <a:pt x="483605" y="2899854"/>
                  </a:lnTo>
                  <a:lnTo>
                    <a:pt x="518205" y="2878710"/>
                  </a:lnTo>
                  <a:lnTo>
                    <a:pt x="552567" y="2856972"/>
                  </a:lnTo>
                  <a:lnTo>
                    <a:pt x="586694" y="2834651"/>
                  </a:lnTo>
                  <a:lnTo>
                    <a:pt x="620590" y="2811761"/>
                  </a:lnTo>
                  <a:lnTo>
                    <a:pt x="654259" y="2788316"/>
                  </a:lnTo>
                  <a:lnTo>
                    <a:pt x="687703" y="2764329"/>
                  </a:lnTo>
                  <a:lnTo>
                    <a:pt x="720927" y="2739812"/>
                  </a:lnTo>
                  <a:lnTo>
                    <a:pt x="753933" y="2714780"/>
                  </a:lnTo>
                  <a:lnTo>
                    <a:pt x="786726" y="2689245"/>
                  </a:lnTo>
                  <a:lnTo>
                    <a:pt x="819308" y="2663221"/>
                  </a:lnTo>
                  <a:lnTo>
                    <a:pt x="851683" y="2636721"/>
                  </a:lnTo>
                  <a:lnTo>
                    <a:pt x="883854" y="2609758"/>
                  </a:lnTo>
                  <a:lnTo>
                    <a:pt x="915826" y="2582346"/>
                  </a:lnTo>
                  <a:lnTo>
                    <a:pt x="947600" y="2554498"/>
                  </a:lnTo>
                  <a:lnTo>
                    <a:pt x="979182" y="2526227"/>
                  </a:lnTo>
                  <a:lnTo>
                    <a:pt x="1010574" y="2497546"/>
                  </a:lnTo>
                  <a:lnTo>
                    <a:pt x="1072802" y="2439009"/>
                  </a:lnTo>
                  <a:lnTo>
                    <a:pt x="1134313" y="2378993"/>
                  </a:lnTo>
                  <a:lnTo>
                    <a:pt x="1195134" y="2317604"/>
                  </a:lnTo>
                  <a:lnTo>
                    <a:pt x="1255292" y="2254948"/>
                  </a:lnTo>
                  <a:lnTo>
                    <a:pt x="1314815" y="2191131"/>
                  </a:lnTo>
                  <a:lnTo>
                    <a:pt x="1373731" y="2126260"/>
                  </a:lnTo>
                  <a:lnTo>
                    <a:pt x="1432068" y="2060440"/>
                  </a:lnTo>
                  <a:lnTo>
                    <a:pt x="1489852" y="1993779"/>
                  </a:lnTo>
                  <a:lnTo>
                    <a:pt x="1547112" y="1926382"/>
                  </a:lnTo>
                  <a:lnTo>
                    <a:pt x="1632078" y="1824138"/>
                  </a:lnTo>
                  <a:lnTo>
                    <a:pt x="1716020" y="1720835"/>
                  </a:lnTo>
                  <a:lnTo>
                    <a:pt x="1826508" y="1582071"/>
                  </a:lnTo>
                  <a:lnTo>
                    <a:pt x="2282724" y="998175"/>
                  </a:lnTo>
                  <a:lnTo>
                    <a:pt x="2388132" y="866810"/>
                  </a:lnTo>
                  <a:lnTo>
                    <a:pt x="2466994" y="770906"/>
                  </a:lnTo>
                  <a:lnTo>
                    <a:pt x="2545793" y="677646"/>
                  </a:lnTo>
                  <a:lnTo>
                    <a:pt x="2598336" y="617118"/>
                  </a:lnTo>
                  <a:lnTo>
                    <a:pt x="2650920" y="558032"/>
                  </a:lnTo>
                  <a:lnTo>
                    <a:pt x="2703572" y="500491"/>
                  </a:lnTo>
                  <a:lnTo>
                    <a:pt x="2756320" y="444604"/>
                  </a:lnTo>
                  <a:lnTo>
                    <a:pt x="2809192" y="390476"/>
                  </a:lnTo>
                  <a:lnTo>
                    <a:pt x="2862215" y="338213"/>
                  </a:lnTo>
                  <a:lnTo>
                    <a:pt x="2915416" y="287922"/>
                  </a:lnTo>
                  <a:lnTo>
                    <a:pt x="2968824" y="239708"/>
                  </a:lnTo>
                  <a:lnTo>
                    <a:pt x="3022465" y="193678"/>
                  </a:lnTo>
                  <a:lnTo>
                    <a:pt x="3076368" y="149938"/>
                  </a:lnTo>
                  <a:lnTo>
                    <a:pt x="3130560" y="108594"/>
                  </a:lnTo>
                  <a:lnTo>
                    <a:pt x="3185069" y="69752"/>
                  </a:lnTo>
                  <a:lnTo>
                    <a:pt x="3239922" y="33518"/>
                  </a:lnTo>
                  <a:lnTo>
                    <a:pt x="3267486" y="16413"/>
                  </a:lnTo>
                  <a:lnTo>
                    <a:pt x="3295146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5422359" cy="37605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5279780" cy="305598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0"/>
              <a:ext cx="3399790" cy="2352675"/>
            </a:xfrm>
            <a:custGeom>
              <a:avLst/>
              <a:gdLst/>
              <a:ahLst/>
              <a:cxnLst/>
              <a:rect l="l" t="t" r="r" b="b"/>
              <a:pathLst>
                <a:path w="3399790" h="2352675">
                  <a:moveTo>
                    <a:pt x="3399780" y="0"/>
                  </a:moveTo>
                  <a:lnTo>
                    <a:pt x="1862198" y="0"/>
                  </a:lnTo>
                  <a:lnTo>
                    <a:pt x="0" y="75411"/>
                  </a:lnTo>
                  <a:lnTo>
                    <a:pt x="0" y="2352466"/>
                  </a:lnTo>
                  <a:lnTo>
                    <a:pt x="19172" y="2345049"/>
                  </a:lnTo>
                  <a:lnTo>
                    <a:pt x="80419" y="2319603"/>
                  </a:lnTo>
                  <a:lnTo>
                    <a:pt x="141775" y="2291852"/>
                  </a:lnTo>
                  <a:lnTo>
                    <a:pt x="203303" y="2261859"/>
                  </a:lnTo>
                  <a:lnTo>
                    <a:pt x="265062" y="2229684"/>
                  </a:lnTo>
                  <a:lnTo>
                    <a:pt x="327117" y="2195390"/>
                  </a:lnTo>
                  <a:lnTo>
                    <a:pt x="389528" y="2159038"/>
                  </a:lnTo>
                  <a:lnTo>
                    <a:pt x="452358" y="2120691"/>
                  </a:lnTo>
                  <a:lnTo>
                    <a:pt x="515669" y="2080410"/>
                  </a:lnTo>
                  <a:lnTo>
                    <a:pt x="579521" y="2038258"/>
                  </a:lnTo>
                  <a:lnTo>
                    <a:pt x="611671" y="2016499"/>
                  </a:lnTo>
                  <a:lnTo>
                    <a:pt x="676453" y="1971654"/>
                  </a:lnTo>
                  <a:lnTo>
                    <a:pt x="741933" y="1925093"/>
                  </a:lnTo>
                  <a:lnTo>
                    <a:pt x="808172" y="1876876"/>
                  </a:lnTo>
                  <a:lnTo>
                    <a:pt x="909090" y="1801582"/>
                  </a:lnTo>
                  <a:lnTo>
                    <a:pt x="1046882" y="1695975"/>
                  </a:lnTo>
                  <a:lnTo>
                    <a:pt x="1808021" y="1095221"/>
                  </a:lnTo>
                  <a:lnTo>
                    <a:pt x="2021779" y="930769"/>
                  </a:lnTo>
                  <a:lnTo>
                    <a:pt x="2200893" y="796444"/>
                  </a:lnTo>
                  <a:lnTo>
                    <a:pt x="2340283" y="694414"/>
                  </a:lnTo>
                  <a:lnTo>
                    <a:pt x="2484238" y="591513"/>
                  </a:lnTo>
                  <a:lnTo>
                    <a:pt x="2632966" y="487950"/>
                  </a:lnTo>
                  <a:lnTo>
                    <a:pt x="2734873" y="418643"/>
                  </a:lnTo>
                  <a:lnTo>
                    <a:pt x="2839056" y="349196"/>
                  </a:lnTo>
                  <a:lnTo>
                    <a:pt x="2945578" y="279672"/>
                  </a:lnTo>
                  <a:lnTo>
                    <a:pt x="3054500" y="210132"/>
                  </a:lnTo>
                  <a:lnTo>
                    <a:pt x="3165884" y="140638"/>
                  </a:lnTo>
                  <a:lnTo>
                    <a:pt x="3279792" y="71252"/>
                  </a:lnTo>
                  <a:lnTo>
                    <a:pt x="3396287" y="2036"/>
                  </a:lnTo>
                  <a:lnTo>
                    <a:pt x="3399780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3470998" cy="186365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3354848" cy="164009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0" y="0"/>
              <a:ext cx="1539875" cy="472440"/>
            </a:xfrm>
            <a:custGeom>
              <a:avLst/>
              <a:gdLst/>
              <a:ahLst/>
              <a:cxnLst/>
              <a:rect l="l" t="t" r="r" b="b"/>
              <a:pathLst>
                <a:path w="1539875" h="472440">
                  <a:moveTo>
                    <a:pt x="1539874" y="0"/>
                  </a:moveTo>
                  <a:lnTo>
                    <a:pt x="0" y="0"/>
                  </a:lnTo>
                  <a:lnTo>
                    <a:pt x="0" y="472096"/>
                  </a:lnTo>
                  <a:lnTo>
                    <a:pt x="41561" y="466243"/>
                  </a:lnTo>
                  <a:lnTo>
                    <a:pt x="79609" y="460423"/>
                  </a:lnTo>
                  <a:lnTo>
                    <a:pt x="117398" y="454221"/>
                  </a:lnTo>
                  <a:lnTo>
                    <a:pt x="154937" y="447647"/>
                  </a:lnTo>
                  <a:lnTo>
                    <a:pt x="229313" y="433421"/>
                  </a:lnTo>
                  <a:lnTo>
                    <a:pt x="302826" y="417816"/>
                  </a:lnTo>
                  <a:lnTo>
                    <a:pt x="375567" y="400906"/>
                  </a:lnTo>
                  <a:lnTo>
                    <a:pt x="447624" y="382765"/>
                  </a:lnTo>
                  <a:lnTo>
                    <a:pt x="519086" y="363464"/>
                  </a:lnTo>
                  <a:lnTo>
                    <a:pt x="590044" y="343078"/>
                  </a:lnTo>
                  <a:lnTo>
                    <a:pt x="660585" y="321679"/>
                  </a:lnTo>
                  <a:lnTo>
                    <a:pt x="730800" y="299340"/>
                  </a:lnTo>
                  <a:lnTo>
                    <a:pt x="835705" y="264231"/>
                  </a:lnTo>
                  <a:lnTo>
                    <a:pt x="975269" y="214811"/>
                  </a:lnTo>
                  <a:lnTo>
                    <a:pt x="1539874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5671" y="11"/>
              <a:ext cx="965835" cy="313690"/>
            </a:xfrm>
            <a:custGeom>
              <a:avLst/>
              <a:gdLst/>
              <a:ahLst/>
              <a:cxnLst/>
              <a:rect l="l" t="t" r="r" b="b"/>
              <a:pathLst>
                <a:path w="965835" h="313690">
                  <a:moveTo>
                    <a:pt x="72745" y="270738"/>
                  </a:moveTo>
                  <a:lnTo>
                    <a:pt x="67919" y="258318"/>
                  </a:lnTo>
                  <a:lnTo>
                    <a:pt x="59867" y="248754"/>
                  </a:lnTo>
                  <a:lnTo>
                    <a:pt x="49161" y="242582"/>
                  </a:lnTo>
                  <a:lnTo>
                    <a:pt x="36372" y="240411"/>
                  </a:lnTo>
                  <a:lnTo>
                    <a:pt x="34353" y="238391"/>
                  </a:lnTo>
                  <a:lnTo>
                    <a:pt x="32334" y="240411"/>
                  </a:lnTo>
                  <a:lnTo>
                    <a:pt x="30314" y="240411"/>
                  </a:lnTo>
                  <a:lnTo>
                    <a:pt x="16484" y="245910"/>
                  </a:lnTo>
                  <a:lnTo>
                    <a:pt x="6057" y="255574"/>
                  </a:lnTo>
                  <a:lnTo>
                    <a:pt x="190" y="268274"/>
                  </a:lnTo>
                  <a:lnTo>
                    <a:pt x="0" y="282867"/>
                  </a:lnTo>
                  <a:lnTo>
                    <a:pt x="5486" y="296710"/>
                  </a:lnTo>
                  <a:lnTo>
                    <a:pt x="15151" y="307136"/>
                  </a:lnTo>
                  <a:lnTo>
                    <a:pt x="28257" y="313207"/>
                  </a:lnTo>
                  <a:lnTo>
                    <a:pt x="42430" y="313207"/>
                  </a:lnTo>
                  <a:lnTo>
                    <a:pt x="56261" y="307708"/>
                  </a:lnTo>
                  <a:lnTo>
                    <a:pt x="66687" y="298043"/>
                  </a:lnTo>
                  <a:lnTo>
                    <a:pt x="72555" y="285330"/>
                  </a:lnTo>
                  <a:lnTo>
                    <a:pt x="72745" y="270738"/>
                  </a:lnTo>
                  <a:close/>
                </a:path>
                <a:path w="965835" h="313690">
                  <a:moveTo>
                    <a:pt x="87020" y="134531"/>
                  </a:moveTo>
                  <a:lnTo>
                    <a:pt x="64160" y="92951"/>
                  </a:lnTo>
                  <a:lnTo>
                    <a:pt x="52539" y="90766"/>
                  </a:lnTo>
                  <a:lnTo>
                    <a:pt x="52539" y="92951"/>
                  </a:lnTo>
                  <a:lnTo>
                    <a:pt x="46088" y="92951"/>
                  </a:lnTo>
                  <a:lnTo>
                    <a:pt x="32969" y="98259"/>
                  </a:lnTo>
                  <a:lnTo>
                    <a:pt x="23241" y="107708"/>
                  </a:lnTo>
                  <a:lnTo>
                    <a:pt x="18059" y="119811"/>
                  </a:lnTo>
                  <a:lnTo>
                    <a:pt x="18186" y="133235"/>
                  </a:lnTo>
                  <a:lnTo>
                    <a:pt x="23647" y="145910"/>
                  </a:lnTo>
                  <a:lnTo>
                    <a:pt x="33083" y="155727"/>
                  </a:lnTo>
                  <a:lnTo>
                    <a:pt x="45516" y="161544"/>
                  </a:lnTo>
                  <a:lnTo>
                    <a:pt x="58597" y="161544"/>
                  </a:lnTo>
                  <a:lnTo>
                    <a:pt x="72123" y="156083"/>
                  </a:lnTo>
                  <a:lnTo>
                    <a:pt x="81838" y="146634"/>
                  </a:lnTo>
                  <a:lnTo>
                    <a:pt x="87020" y="134531"/>
                  </a:lnTo>
                  <a:close/>
                </a:path>
                <a:path w="965835" h="313690">
                  <a:moveTo>
                    <a:pt x="94081" y="0"/>
                  </a:moveTo>
                  <a:lnTo>
                    <a:pt x="47409" y="0"/>
                  </a:lnTo>
                  <a:lnTo>
                    <a:pt x="52285" y="5080"/>
                  </a:lnTo>
                  <a:lnTo>
                    <a:pt x="63690" y="10045"/>
                  </a:lnTo>
                  <a:lnTo>
                    <a:pt x="76796" y="9880"/>
                  </a:lnTo>
                  <a:lnTo>
                    <a:pt x="89141" y="4737"/>
                  </a:lnTo>
                  <a:lnTo>
                    <a:pt x="94081" y="0"/>
                  </a:lnTo>
                  <a:close/>
                </a:path>
                <a:path w="965835" h="313690">
                  <a:moveTo>
                    <a:pt x="254762" y="249250"/>
                  </a:moveTo>
                  <a:lnTo>
                    <a:pt x="241757" y="213360"/>
                  </a:lnTo>
                  <a:lnTo>
                    <a:pt x="218262" y="206032"/>
                  </a:lnTo>
                  <a:lnTo>
                    <a:pt x="216242" y="204012"/>
                  </a:lnTo>
                  <a:lnTo>
                    <a:pt x="214210" y="204012"/>
                  </a:lnTo>
                  <a:lnTo>
                    <a:pt x="210172" y="206032"/>
                  </a:lnTo>
                  <a:lnTo>
                    <a:pt x="196659" y="211848"/>
                  </a:lnTo>
                  <a:lnTo>
                    <a:pt x="186918" y="222237"/>
                  </a:lnTo>
                  <a:lnTo>
                    <a:pt x="181749" y="235610"/>
                  </a:lnTo>
                  <a:lnTo>
                    <a:pt x="181876" y="250520"/>
                  </a:lnTo>
                  <a:lnTo>
                    <a:pt x="187693" y="264045"/>
                  </a:lnTo>
                  <a:lnTo>
                    <a:pt x="198043" y="273773"/>
                  </a:lnTo>
                  <a:lnTo>
                    <a:pt x="211442" y="278955"/>
                  </a:lnTo>
                  <a:lnTo>
                    <a:pt x="226047" y="278955"/>
                  </a:lnTo>
                  <a:lnTo>
                    <a:pt x="239852" y="273011"/>
                  </a:lnTo>
                  <a:lnTo>
                    <a:pt x="249580" y="262648"/>
                  </a:lnTo>
                  <a:lnTo>
                    <a:pt x="254762" y="249250"/>
                  </a:lnTo>
                  <a:close/>
                </a:path>
                <a:path w="965835" h="313690">
                  <a:moveTo>
                    <a:pt x="264896" y="98450"/>
                  </a:moveTo>
                  <a:lnTo>
                    <a:pt x="264756" y="86283"/>
                  </a:lnTo>
                  <a:lnTo>
                    <a:pt x="264744" y="84709"/>
                  </a:lnTo>
                  <a:lnTo>
                    <a:pt x="259994" y="73583"/>
                  </a:lnTo>
                  <a:lnTo>
                    <a:pt x="252107" y="64477"/>
                  </a:lnTo>
                  <a:lnTo>
                    <a:pt x="241998" y="58547"/>
                  </a:lnTo>
                  <a:lnTo>
                    <a:pt x="230378" y="56400"/>
                  </a:lnTo>
                  <a:lnTo>
                    <a:pt x="226339" y="56400"/>
                  </a:lnTo>
                  <a:lnTo>
                    <a:pt x="222021" y="58547"/>
                  </a:lnTo>
                  <a:lnTo>
                    <a:pt x="209956" y="63919"/>
                  </a:lnTo>
                  <a:lnTo>
                    <a:pt x="200825" y="73583"/>
                  </a:lnTo>
                  <a:lnTo>
                    <a:pt x="195872" y="86283"/>
                  </a:lnTo>
                  <a:lnTo>
                    <a:pt x="195999" y="98450"/>
                  </a:lnTo>
                  <a:lnTo>
                    <a:pt x="196024" y="100876"/>
                  </a:lnTo>
                  <a:lnTo>
                    <a:pt x="201523" y="113233"/>
                  </a:lnTo>
                  <a:lnTo>
                    <a:pt x="211188" y="122364"/>
                  </a:lnTo>
                  <a:lnTo>
                    <a:pt x="223875" y="127330"/>
                  </a:lnTo>
                  <a:lnTo>
                    <a:pt x="238125" y="127330"/>
                  </a:lnTo>
                  <a:lnTo>
                    <a:pt x="250812" y="121386"/>
                  </a:lnTo>
                  <a:lnTo>
                    <a:pt x="259943" y="111239"/>
                  </a:lnTo>
                  <a:lnTo>
                    <a:pt x="264896" y="98450"/>
                  </a:lnTo>
                  <a:close/>
                </a:path>
                <a:path w="965835" h="313690">
                  <a:moveTo>
                    <a:pt x="437819" y="203631"/>
                  </a:moveTo>
                  <a:lnTo>
                    <a:pt x="412076" y="163690"/>
                  </a:lnTo>
                  <a:lnTo>
                    <a:pt x="400151" y="161544"/>
                  </a:lnTo>
                  <a:lnTo>
                    <a:pt x="390042" y="161544"/>
                  </a:lnTo>
                  <a:lnTo>
                    <a:pt x="376555" y="168529"/>
                  </a:lnTo>
                  <a:lnTo>
                    <a:pt x="367055" y="179489"/>
                  </a:lnTo>
                  <a:lnTo>
                    <a:pt x="362470" y="193103"/>
                  </a:lnTo>
                  <a:lnTo>
                    <a:pt x="363766" y="208051"/>
                  </a:lnTo>
                  <a:lnTo>
                    <a:pt x="370751" y="221551"/>
                  </a:lnTo>
                  <a:lnTo>
                    <a:pt x="381698" y="231051"/>
                  </a:lnTo>
                  <a:lnTo>
                    <a:pt x="395312" y="235635"/>
                  </a:lnTo>
                  <a:lnTo>
                    <a:pt x="410248" y="234340"/>
                  </a:lnTo>
                  <a:lnTo>
                    <a:pt x="423735" y="227393"/>
                  </a:lnTo>
                  <a:lnTo>
                    <a:pt x="433235" y="216649"/>
                  </a:lnTo>
                  <a:lnTo>
                    <a:pt x="437819" y="203631"/>
                  </a:lnTo>
                  <a:close/>
                </a:path>
                <a:path w="965835" h="313690">
                  <a:moveTo>
                    <a:pt x="441883" y="52819"/>
                  </a:moveTo>
                  <a:lnTo>
                    <a:pt x="440563" y="38201"/>
                  </a:lnTo>
                  <a:lnTo>
                    <a:pt x="435762" y="27266"/>
                  </a:lnTo>
                  <a:lnTo>
                    <a:pt x="427926" y="18986"/>
                  </a:lnTo>
                  <a:lnTo>
                    <a:pt x="418185" y="13931"/>
                  </a:lnTo>
                  <a:lnTo>
                    <a:pt x="419023" y="13931"/>
                  </a:lnTo>
                  <a:lnTo>
                    <a:pt x="406209" y="11912"/>
                  </a:lnTo>
                  <a:lnTo>
                    <a:pt x="402170" y="13931"/>
                  </a:lnTo>
                  <a:lnTo>
                    <a:pt x="396100" y="13931"/>
                  </a:lnTo>
                  <a:lnTo>
                    <a:pt x="383781" y="19748"/>
                  </a:lnTo>
                  <a:lnTo>
                    <a:pt x="374878" y="30111"/>
                  </a:lnTo>
                  <a:lnTo>
                    <a:pt x="370522" y="43510"/>
                  </a:lnTo>
                  <a:lnTo>
                    <a:pt x="371856" y="58420"/>
                  </a:lnTo>
                  <a:lnTo>
                    <a:pt x="378510" y="70739"/>
                  </a:lnTo>
                  <a:lnTo>
                    <a:pt x="388772" y="79654"/>
                  </a:lnTo>
                  <a:lnTo>
                    <a:pt x="401688" y="84010"/>
                  </a:lnTo>
                  <a:lnTo>
                    <a:pt x="416306" y="82689"/>
                  </a:lnTo>
                  <a:lnTo>
                    <a:pt x="428625" y="76022"/>
                  </a:lnTo>
                  <a:lnTo>
                    <a:pt x="437527" y="65747"/>
                  </a:lnTo>
                  <a:lnTo>
                    <a:pt x="441883" y="52819"/>
                  </a:lnTo>
                  <a:close/>
                </a:path>
                <a:path w="965835" h="313690">
                  <a:moveTo>
                    <a:pt x="613956" y="150202"/>
                  </a:moveTo>
                  <a:lnTo>
                    <a:pt x="612343" y="135255"/>
                  </a:lnTo>
                  <a:lnTo>
                    <a:pt x="607225" y="124320"/>
                  </a:lnTo>
                  <a:lnTo>
                    <a:pt x="598703" y="116052"/>
                  </a:lnTo>
                  <a:lnTo>
                    <a:pt x="588289" y="110998"/>
                  </a:lnTo>
                  <a:lnTo>
                    <a:pt x="589140" y="110998"/>
                  </a:lnTo>
                  <a:lnTo>
                    <a:pt x="575970" y="108966"/>
                  </a:lnTo>
                  <a:lnTo>
                    <a:pt x="573938" y="108966"/>
                  </a:lnTo>
                  <a:lnTo>
                    <a:pt x="569899" y="110998"/>
                  </a:lnTo>
                  <a:lnTo>
                    <a:pt x="565861" y="110998"/>
                  </a:lnTo>
                  <a:lnTo>
                    <a:pt x="552691" y="117970"/>
                  </a:lnTo>
                  <a:lnTo>
                    <a:pt x="543877" y="128943"/>
                  </a:lnTo>
                  <a:lnTo>
                    <a:pt x="540004" y="142557"/>
                  </a:lnTo>
                  <a:lnTo>
                    <a:pt x="541604" y="157505"/>
                  </a:lnTo>
                  <a:lnTo>
                    <a:pt x="548589" y="170675"/>
                  </a:lnTo>
                  <a:lnTo>
                    <a:pt x="559549" y="179489"/>
                  </a:lnTo>
                  <a:lnTo>
                    <a:pt x="573151" y="183375"/>
                  </a:lnTo>
                  <a:lnTo>
                    <a:pt x="588086" y="181762"/>
                  </a:lnTo>
                  <a:lnTo>
                    <a:pt x="601256" y="174790"/>
                  </a:lnTo>
                  <a:lnTo>
                    <a:pt x="610069" y="163817"/>
                  </a:lnTo>
                  <a:lnTo>
                    <a:pt x="613956" y="150202"/>
                  </a:lnTo>
                  <a:close/>
                </a:path>
                <a:path w="965835" h="313690">
                  <a:moveTo>
                    <a:pt x="614832" y="3441"/>
                  </a:moveTo>
                  <a:lnTo>
                    <a:pt x="614718" y="0"/>
                  </a:lnTo>
                  <a:lnTo>
                    <a:pt x="544703" y="0"/>
                  </a:lnTo>
                  <a:lnTo>
                    <a:pt x="545655" y="9880"/>
                  </a:lnTo>
                  <a:lnTo>
                    <a:pt x="552602" y="21920"/>
                  </a:lnTo>
                  <a:lnTo>
                    <a:pt x="563333" y="30365"/>
                  </a:lnTo>
                  <a:lnTo>
                    <a:pt x="576351" y="34620"/>
                  </a:lnTo>
                  <a:lnTo>
                    <a:pt x="590118" y="34150"/>
                  </a:lnTo>
                  <a:lnTo>
                    <a:pt x="602145" y="27203"/>
                  </a:lnTo>
                  <a:lnTo>
                    <a:pt x="610577" y="16459"/>
                  </a:lnTo>
                  <a:lnTo>
                    <a:pt x="614832" y="3441"/>
                  </a:lnTo>
                  <a:close/>
                </a:path>
                <a:path w="965835" h="313690">
                  <a:moveTo>
                    <a:pt x="790943" y="90703"/>
                  </a:moveTo>
                  <a:lnTo>
                    <a:pt x="764298" y="53009"/>
                  </a:lnTo>
                  <a:lnTo>
                    <a:pt x="753808" y="52349"/>
                  </a:lnTo>
                  <a:lnTo>
                    <a:pt x="745731" y="52349"/>
                  </a:lnTo>
                  <a:lnTo>
                    <a:pt x="741680" y="54368"/>
                  </a:lnTo>
                  <a:lnTo>
                    <a:pt x="728548" y="61645"/>
                  </a:lnTo>
                  <a:lnTo>
                    <a:pt x="719963" y="73075"/>
                  </a:lnTo>
                  <a:lnTo>
                    <a:pt x="716673" y="86791"/>
                  </a:lnTo>
                  <a:lnTo>
                    <a:pt x="719455" y="100876"/>
                  </a:lnTo>
                  <a:lnTo>
                    <a:pt x="726719" y="114020"/>
                  </a:lnTo>
                  <a:lnTo>
                    <a:pt x="738149" y="122618"/>
                  </a:lnTo>
                  <a:lnTo>
                    <a:pt x="751852" y="125907"/>
                  </a:lnTo>
                  <a:lnTo>
                    <a:pt x="765937" y="123126"/>
                  </a:lnTo>
                  <a:lnTo>
                    <a:pt x="779068" y="115862"/>
                  </a:lnTo>
                  <a:lnTo>
                    <a:pt x="787654" y="104419"/>
                  </a:lnTo>
                  <a:lnTo>
                    <a:pt x="790943" y="90703"/>
                  </a:lnTo>
                  <a:close/>
                </a:path>
                <a:path w="965835" h="313690">
                  <a:moveTo>
                    <a:pt x="965631" y="29197"/>
                  </a:moveTo>
                  <a:lnTo>
                    <a:pt x="963993" y="13931"/>
                  </a:lnTo>
                  <a:lnTo>
                    <a:pt x="958049" y="4165"/>
                  </a:lnTo>
                  <a:lnTo>
                    <a:pt x="953592" y="0"/>
                  </a:lnTo>
                  <a:lnTo>
                    <a:pt x="902779" y="0"/>
                  </a:lnTo>
                  <a:lnTo>
                    <a:pt x="895273" y="10642"/>
                  </a:lnTo>
                  <a:lnTo>
                    <a:pt x="891616" y="24955"/>
                  </a:lnTo>
                  <a:lnTo>
                    <a:pt x="893254" y="40220"/>
                  </a:lnTo>
                  <a:lnTo>
                    <a:pt x="900544" y="53365"/>
                  </a:lnTo>
                  <a:lnTo>
                    <a:pt x="912202" y="61950"/>
                  </a:lnTo>
                  <a:lnTo>
                    <a:pt x="926503" y="65239"/>
                  </a:lnTo>
                  <a:lnTo>
                    <a:pt x="941755" y="62458"/>
                  </a:lnTo>
                  <a:lnTo>
                    <a:pt x="953757" y="55168"/>
                  </a:lnTo>
                  <a:lnTo>
                    <a:pt x="961961" y="43510"/>
                  </a:lnTo>
                  <a:lnTo>
                    <a:pt x="965631" y="29197"/>
                  </a:lnTo>
                  <a:close/>
                </a:path>
              </a:pathLst>
            </a:custGeom>
            <a:solidFill>
              <a:srgbClr val="2E4D6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14923720" y="0"/>
            <a:ext cx="3364865" cy="4344035"/>
            <a:chOff x="14923720" y="0"/>
            <a:chExt cx="3364865" cy="4344035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52683" y="0"/>
              <a:ext cx="2235315" cy="120394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47554" y="0"/>
              <a:ext cx="2540444" cy="127871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493668" y="0"/>
              <a:ext cx="2794330" cy="135422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89373" y="0"/>
              <a:ext cx="2998625" cy="143207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091460" y="0"/>
              <a:ext cx="3196538" cy="15192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923720" y="0"/>
              <a:ext cx="3364278" cy="160247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350710" y="0"/>
              <a:ext cx="2937288" cy="27178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965670" y="0"/>
              <a:ext cx="1322328" cy="40005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471936" y="0"/>
              <a:ext cx="1816062" cy="4343840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0" y="6811534"/>
            <a:ext cx="1978025" cy="3475990"/>
            <a:chOff x="0" y="6811534"/>
            <a:chExt cx="1978025" cy="3475990"/>
          </a:xfrm>
        </p:grpSpPr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0" y="8990089"/>
              <a:ext cx="1977882" cy="129691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0" y="8061798"/>
              <a:ext cx="1899787" cy="222520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0" y="6811534"/>
              <a:ext cx="1727195" cy="3475465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920925" y="2894492"/>
            <a:ext cx="155417" cy="15541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920925" y="3962987"/>
            <a:ext cx="155417" cy="15541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920925" y="5031482"/>
            <a:ext cx="155417" cy="15541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920925" y="5565730"/>
            <a:ext cx="155417" cy="15541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920925" y="6634226"/>
            <a:ext cx="155417" cy="155417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920925" y="7702720"/>
            <a:ext cx="155417" cy="155417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2276734" y="2647461"/>
            <a:ext cx="12877165" cy="5902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53670">
              <a:lnSpc>
                <a:spcPct val="116900"/>
              </a:lnSpc>
              <a:spcBef>
                <a:spcPts val="95"/>
              </a:spcBef>
            </a:pPr>
            <a:r>
              <a:rPr dirty="0" sz="3000" spc="175">
                <a:solidFill>
                  <a:srgbClr val="002A58"/>
                </a:solidFill>
                <a:latin typeface="Tahoma"/>
                <a:cs typeface="Tahoma"/>
              </a:rPr>
              <a:t>News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200">
                <a:solidFill>
                  <a:srgbClr val="002A58"/>
                </a:solidFill>
                <a:latin typeface="Tahoma"/>
                <a:cs typeface="Tahoma"/>
              </a:rPr>
              <a:t>Social</a:t>
            </a:r>
            <a:r>
              <a:rPr dirty="0" sz="30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65">
                <a:solidFill>
                  <a:srgbClr val="002A58"/>
                </a:solidFill>
                <a:latin typeface="Tahoma"/>
                <a:cs typeface="Tahoma"/>
              </a:rPr>
              <a:t>Media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90">
                <a:solidFill>
                  <a:srgbClr val="002A58"/>
                </a:solidFill>
                <a:latin typeface="Tahoma"/>
                <a:cs typeface="Tahoma"/>
              </a:rPr>
              <a:t>Analytics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20">
                <a:solidFill>
                  <a:srgbClr val="002A58"/>
                </a:solidFill>
                <a:latin typeface="Tahoma"/>
                <a:cs typeface="Tahoma"/>
              </a:rPr>
              <a:t>Engine</a:t>
            </a:r>
            <a:r>
              <a:rPr dirty="0" sz="30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processes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30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40">
                <a:solidFill>
                  <a:srgbClr val="002A58"/>
                </a:solidFill>
                <a:latin typeface="Tahoma"/>
                <a:cs typeface="Tahoma"/>
              </a:rPr>
              <a:t>analyzes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35">
                <a:solidFill>
                  <a:srgbClr val="002A58"/>
                </a:solidFill>
                <a:latin typeface="Tahoma"/>
                <a:cs typeface="Tahoma"/>
              </a:rPr>
              <a:t>large </a:t>
            </a:r>
            <a:r>
              <a:rPr dirty="0" sz="3000" spc="150">
                <a:solidFill>
                  <a:srgbClr val="002A58"/>
                </a:solidFill>
                <a:latin typeface="Tahoma"/>
                <a:cs typeface="Tahoma"/>
              </a:rPr>
              <a:t>volumes</a:t>
            </a:r>
            <a:r>
              <a:rPr dirty="0" sz="3000" spc="-18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50">
                <a:solidFill>
                  <a:srgbClr val="002A58"/>
                </a:solidFill>
                <a:latin typeface="Tahoma"/>
                <a:cs typeface="Tahoma"/>
              </a:rPr>
              <a:t>of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20">
                <a:solidFill>
                  <a:srgbClr val="002A58"/>
                </a:solidFill>
                <a:latin typeface="Tahoma"/>
                <a:cs typeface="Tahoma"/>
              </a:rPr>
              <a:t>news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80">
                <a:solidFill>
                  <a:srgbClr val="002A58"/>
                </a:solidFill>
                <a:latin typeface="Tahoma"/>
                <a:cs typeface="Tahoma"/>
              </a:rPr>
              <a:t>social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45">
                <a:solidFill>
                  <a:srgbClr val="002A58"/>
                </a:solidFill>
                <a:latin typeface="Tahoma"/>
                <a:cs typeface="Tahoma"/>
              </a:rPr>
              <a:t>media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0">
                <a:solidFill>
                  <a:srgbClr val="002A58"/>
                </a:solidFill>
                <a:latin typeface="Tahoma"/>
                <a:cs typeface="Tahoma"/>
              </a:rPr>
              <a:t>data.</a:t>
            </a:r>
            <a:endParaRPr sz="3000">
              <a:latin typeface="Tahoma"/>
              <a:cs typeface="Tahoma"/>
            </a:endParaRPr>
          </a:p>
          <a:p>
            <a:pPr marL="12700" marR="1487170" indent="95250">
              <a:lnSpc>
                <a:spcPts val="4210"/>
              </a:lnSpc>
              <a:spcBef>
                <a:spcPts val="240"/>
              </a:spcBef>
            </a:pPr>
            <a:r>
              <a:rPr dirty="0" sz="3000" spc="150">
                <a:solidFill>
                  <a:srgbClr val="002A58"/>
                </a:solidFill>
                <a:latin typeface="Tahoma"/>
                <a:cs typeface="Tahoma"/>
              </a:rPr>
              <a:t>Enables</a:t>
            </a:r>
            <a:r>
              <a:rPr dirty="0" sz="30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70">
                <a:solidFill>
                  <a:srgbClr val="002A58"/>
                </a:solidFill>
                <a:latin typeface="Tahoma"/>
                <a:cs typeface="Tahoma"/>
              </a:rPr>
              <a:t>fast</a:t>
            </a:r>
            <a:r>
              <a:rPr dirty="0" sz="30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searching,</a:t>
            </a:r>
            <a:r>
              <a:rPr dirty="0" sz="3000" spc="-16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65">
                <a:solidFill>
                  <a:srgbClr val="002A58"/>
                </a:solidFill>
                <a:latin typeface="Tahoma"/>
                <a:cs typeface="Tahoma"/>
              </a:rPr>
              <a:t>duplicate</a:t>
            </a:r>
            <a:r>
              <a:rPr dirty="0" sz="30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40">
                <a:solidFill>
                  <a:srgbClr val="002A58"/>
                </a:solidFill>
                <a:latin typeface="Tahoma"/>
                <a:cs typeface="Tahoma"/>
              </a:rPr>
              <a:t>detection,</a:t>
            </a:r>
            <a:r>
              <a:rPr dirty="0" sz="3000" spc="-16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30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85">
                <a:solidFill>
                  <a:srgbClr val="002A58"/>
                </a:solidFill>
                <a:latin typeface="Tahoma"/>
                <a:cs typeface="Tahoma"/>
              </a:rPr>
              <a:t>related-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story </a:t>
            </a:r>
            <a:r>
              <a:rPr dirty="0" sz="3000" spc="130">
                <a:solidFill>
                  <a:srgbClr val="002A58"/>
                </a:solidFill>
                <a:latin typeface="Tahoma"/>
                <a:cs typeface="Tahoma"/>
              </a:rPr>
              <a:t>clustering.</a:t>
            </a:r>
            <a:endParaRPr sz="3000">
              <a:latin typeface="Tahoma"/>
              <a:cs typeface="Tahoma"/>
            </a:endParaRPr>
          </a:p>
          <a:p>
            <a:pPr marL="107950">
              <a:lnSpc>
                <a:spcPct val="100000"/>
              </a:lnSpc>
              <a:spcBef>
                <a:spcPts val="360"/>
              </a:spcBef>
            </a:pPr>
            <a:r>
              <a:rPr dirty="0" sz="3000" spc="125">
                <a:solidFill>
                  <a:srgbClr val="002A58"/>
                </a:solidFill>
                <a:latin typeface="Tahoma"/>
                <a:cs typeface="Tahoma"/>
              </a:rPr>
              <a:t>Supports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60">
                <a:solidFill>
                  <a:srgbClr val="002A58"/>
                </a:solidFill>
                <a:latin typeface="Tahoma"/>
                <a:cs typeface="Tahoma"/>
              </a:rPr>
              <a:t>content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35">
                <a:solidFill>
                  <a:srgbClr val="002A58"/>
                </a:solidFill>
                <a:latin typeface="Tahoma"/>
                <a:cs typeface="Tahoma"/>
              </a:rPr>
              <a:t>prioritization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25">
                <a:solidFill>
                  <a:srgbClr val="002A58"/>
                </a:solidFill>
                <a:latin typeface="Tahoma"/>
                <a:cs typeface="Tahoma"/>
              </a:rPr>
              <a:t>moderator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assignment.</a:t>
            </a:r>
            <a:endParaRPr sz="3000">
              <a:latin typeface="Tahoma"/>
              <a:cs typeface="Tahoma"/>
            </a:endParaRPr>
          </a:p>
          <a:p>
            <a:pPr marL="12700" marR="5080" indent="95250">
              <a:lnSpc>
                <a:spcPts val="4210"/>
              </a:lnSpc>
              <a:spcBef>
                <a:spcPts val="240"/>
              </a:spcBef>
            </a:pPr>
            <a:r>
              <a:rPr dirty="0" sz="3000" spc="160">
                <a:solidFill>
                  <a:srgbClr val="002A58"/>
                </a:solidFill>
                <a:latin typeface="Tahoma"/>
                <a:cs typeface="Tahoma"/>
              </a:rPr>
              <a:t>Uses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40">
                <a:solidFill>
                  <a:srgbClr val="002A58"/>
                </a:solidFill>
                <a:latin typeface="Tahoma"/>
                <a:cs typeface="Tahoma"/>
              </a:rPr>
              <a:t>Hash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Tables,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0">
                <a:solidFill>
                  <a:srgbClr val="002A58"/>
                </a:solidFill>
                <a:latin typeface="Tahoma"/>
                <a:cs typeface="Tahoma"/>
              </a:rPr>
              <a:t>Heaps,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75">
                <a:solidFill>
                  <a:srgbClr val="002A58"/>
                </a:solidFill>
                <a:latin typeface="Tahoma"/>
                <a:cs typeface="Tahoma"/>
              </a:rPr>
              <a:t>Trees,</a:t>
            </a:r>
            <a:r>
              <a:rPr dirty="0" sz="30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00">
                <a:solidFill>
                  <a:srgbClr val="002A58"/>
                </a:solidFill>
                <a:latin typeface="Tahoma"/>
                <a:cs typeface="Tahoma"/>
              </a:rPr>
              <a:t>Queues,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30">
                <a:solidFill>
                  <a:srgbClr val="002A58"/>
                </a:solidFill>
                <a:latin typeface="Tahoma"/>
                <a:cs typeface="Tahoma"/>
              </a:rPr>
              <a:t>Graphs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25">
                <a:solidFill>
                  <a:srgbClr val="002A58"/>
                </a:solidFill>
                <a:latin typeface="Tahoma"/>
                <a:cs typeface="Tahoma"/>
              </a:rPr>
              <a:t>for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75">
                <a:solidFill>
                  <a:srgbClr val="002A58"/>
                </a:solidFill>
                <a:latin typeface="Tahoma"/>
                <a:cs typeface="Tahoma"/>
              </a:rPr>
              <a:t>efficient</a:t>
            </a:r>
            <a:r>
              <a:rPr dirty="0" sz="30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25">
                <a:solidFill>
                  <a:srgbClr val="002A58"/>
                </a:solidFill>
                <a:latin typeface="Tahoma"/>
                <a:cs typeface="Tahoma"/>
              </a:rPr>
              <a:t>data </a:t>
            </a:r>
            <a:r>
              <a:rPr dirty="0" sz="3000" spc="120">
                <a:solidFill>
                  <a:srgbClr val="002A58"/>
                </a:solidFill>
                <a:latin typeface="Tahoma"/>
                <a:cs typeface="Tahoma"/>
              </a:rPr>
              <a:t>management.</a:t>
            </a:r>
            <a:endParaRPr sz="3000">
              <a:latin typeface="Tahoma"/>
              <a:cs typeface="Tahoma"/>
            </a:endParaRPr>
          </a:p>
          <a:p>
            <a:pPr marL="107950">
              <a:lnSpc>
                <a:spcPct val="100000"/>
              </a:lnSpc>
              <a:spcBef>
                <a:spcPts val="360"/>
              </a:spcBef>
            </a:pPr>
            <a:r>
              <a:rPr dirty="0" sz="3000" spc="165">
                <a:solidFill>
                  <a:srgbClr val="002A58"/>
                </a:solidFill>
                <a:latin typeface="Tahoma"/>
                <a:cs typeface="Tahoma"/>
              </a:rPr>
              <a:t>Improves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searching,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40">
                <a:solidFill>
                  <a:srgbClr val="002A58"/>
                </a:solidFill>
                <a:latin typeface="Tahoma"/>
                <a:cs typeface="Tahoma"/>
              </a:rPr>
              <a:t>retrieval,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organization,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30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05">
                <a:solidFill>
                  <a:srgbClr val="002A58"/>
                </a:solidFill>
                <a:latin typeface="Tahoma"/>
                <a:cs typeface="Tahoma"/>
              </a:rPr>
              <a:t>processing</a:t>
            </a:r>
            <a:endParaRPr sz="3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3000" spc="145">
                <a:solidFill>
                  <a:srgbClr val="002A58"/>
                </a:solidFill>
                <a:latin typeface="Tahoma"/>
                <a:cs typeface="Tahoma"/>
              </a:rPr>
              <a:t>efficiency.</a:t>
            </a:r>
            <a:endParaRPr sz="3000">
              <a:latin typeface="Tahoma"/>
              <a:cs typeface="Tahoma"/>
            </a:endParaRPr>
          </a:p>
          <a:p>
            <a:pPr marL="12700" marR="299720" indent="95250">
              <a:lnSpc>
                <a:spcPts val="4210"/>
              </a:lnSpc>
              <a:spcBef>
                <a:spcPts val="95"/>
              </a:spcBef>
            </a:pPr>
            <a:r>
              <a:rPr dirty="0" sz="3000" spc="135">
                <a:solidFill>
                  <a:srgbClr val="002A58"/>
                </a:solidFill>
                <a:latin typeface="Tahoma"/>
                <a:cs typeface="Tahoma"/>
              </a:rPr>
              <a:t>Provides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45">
                <a:solidFill>
                  <a:srgbClr val="002A58"/>
                </a:solidFill>
                <a:latin typeface="Tahoma"/>
                <a:cs typeface="Tahoma"/>
              </a:rPr>
              <a:t>faster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55">
                <a:solidFill>
                  <a:srgbClr val="002A58"/>
                </a:solidFill>
                <a:latin typeface="Tahoma"/>
                <a:cs typeface="Tahoma"/>
              </a:rPr>
              <a:t>analysis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25">
                <a:solidFill>
                  <a:srgbClr val="002A58"/>
                </a:solidFill>
                <a:latin typeface="Tahoma"/>
                <a:cs typeface="Tahoma"/>
              </a:rPr>
              <a:t>reduces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20">
                <a:solidFill>
                  <a:srgbClr val="002A58"/>
                </a:solidFill>
                <a:latin typeface="Tahoma"/>
                <a:cs typeface="Tahoma"/>
              </a:rPr>
              <a:t>redundant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45">
                <a:solidFill>
                  <a:srgbClr val="002A58"/>
                </a:solidFill>
                <a:latin typeface="Tahoma"/>
                <a:cs typeface="Tahoma"/>
              </a:rPr>
              <a:t>information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45">
                <a:solidFill>
                  <a:srgbClr val="002A58"/>
                </a:solidFill>
                <a:latin typeface="Tahoma"/>
                <a:cs typeface="Tahoma"/>
              </a:rPr>
              <a:t>in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75">
                <a:solidFill>
                  <a:srgbClr val="002A58"/>
                </a:solidFill>
                <a:latin typeface="Tahoma"/>
                <a:cs typeface="Tahoma"/>
              </a:rPr>
              <a:t>large-</a:t>
            </a:r>
            <a:r>
              <a:rPr dirty="0" sz="3000" spc="185">
                <a:solidFill>
                  <a:srgbClr val="002A58"/>
                </a:solidFill>
                <a:latin typeface="Tahoma"/>
                <a:cs typeface="Tahoma"/>
              </a:rPr>
              <a:t>scale</a:t>
            </a:r>
            <a:r>
              <a:rPr dirty="0" sz="3000" spc="-18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45">
                <a:solidFill>
                  <a:srgbClr val="002A58"/>
                </a:solidFill>
                <a:latin typeface="Tahoma"/>
                <a:cs typeface="Tahoma"/>
              </a:rPr>
              <a:t>media</a:t>
            </a:r>
            <a:r>
              <a:rPr dirty="0" sz="30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3000" spc="100">
                <a:solidFill>
                  <a:srgbClr val="002A58"/>
                </a:solidFill>
                <a:latin typeface="Tahoma"/>
                <a:cs typeface="Tahoma"/>
              </a:rPr>
              <a:t>data.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1872" rIns="0" bIns="0" rtlCol="0" vert="horz">
            <a:spAutoFit/>
          </a:bodyPr>
          <a:lstStyle/>
          <a:p>
            <a:pPr marL="3101975">
              <a:lnSpc>
                <a:spcPct val="100000"/>
              </a:lnSpc>
              <a:spcBef>
                <a:spcPts val="135"/>
              </a:spcBef>
            </a:pPr>
            <a:r>
              <a:rPr dirty="0" spc="595"/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93504" y="5988568"/>
            <a:ext cx="4994910" cy="4298950"/>
            <a:chOff x="13293504" y="5988568"/>
            <a:chExt cx="4994910" cy="4298950"/>
          </a:xfrm>
        </p:grpSpPr>
        <p:sp>
          <p:nvSpPr>
            <p:cNvPr id="3" name="object 3"/>
            <p:cNvSpPr/>
            <p:nvPr/>
          </p:nvSpPr>
          <p:spPr>
            <a:xfrm>
              <a:off x="15191785" y="5988568"/>
              <a:ext cx="3096260" cy="3046095"/>
            </a:xfrm>
            <a:custGeom>
              <a:avLst/>
              <a:gdLst/>
              <a:ahLst/>
              <a:cxnLst/>
              <a:rect l="l" t="t" r="r" b="b"/>
              <a:pathLst>
                <a:path w="3096259" h="3046095">
                  <a:moveTo>
                    <a:pt x="0" y="3045492"/>
                  </a:moveTo>
                  <a:lnTo>
                    <a:pt x="3096214" y="2745684"/>
                  </a:lnTo>
                  <a:lnTo>
                    <a:pt x="3096214" y="0"/>
                  </a:lnTo>
                  <a:lnTo>
                    <a:pt x="3060694" y="15421"/>
                  </a:lnTo>
                  <a:lnTo>
                    <a:pt x="3024331" y="32025"/>
                  </a:lnTo>
                  <a:lnTo>
                    <a:pt x="2988231" y="49317"/>
                  </a:lnTo>
                  <a:lnTo>
                    <a:pt x="2952389" y="67284"/>
                  </a:lnTo>
                  <a:lnTo>
                    <a:pt x="2916803" y="85913"/>
                  </a:lnTo>
                  <a:lnTo>
                    <a:pt x="2881468" y="105190"/>
                  </a:lnTo>
                  <a:lnTo>
                    <a:pt x="2846382" y="125103"/>
                  </a:lnTo>
                  <a:lnTo>
                    <a:pt x="2811541" y="145638"/>
                  </a:lnTo>
                  <a:lnTo>
                    <a:pt x="2776941" y="166781"/>
                  </a:lnTo>
                  <a:lnTo>
                    <a:pt x="2742579" y="188519"/>
                  </a:lnTo>
                  <a:lnTo>
                    <a:pt x="2708451" y="210840"/>
                  </a:lnTo>
                  <a:lnTo>
                    <a:pt x="2674555" y="233730"/>
                  </a:lnTo>
                  <a:lnTo>
                    <a:pt x="2640887" y="257175"/>
                  </a:lnTo>
                  <a:lnTo>
                    <a:pt x="2607442" y="281163"/>
                  </a:lnTo>
                  <a:lnTo>
                    <a:pt x="2574219" y="305679"/>
                  </a:lnTo>
                  <a:lnTo>
                    <a:pt x="2541212" y="330711"/>
                  </a:lnTo>
                  <a:lnTo>
                    <a:pt x="2508420" y="356246"/>
                  </a:lnTo>
                  <a:lnTo>
                    <a:pt x="2475838" y="382270"/>
                  </a:lnTo>
                  <a:lnTo>
                    <a:pt x="2443463" y="408770"/>
                  </a:lnTo>
                  <a:lnTo>
                    <a:pt x="2411291" y="435733"/>
                  </a:lnTo>
                  <a:lnTo>
                    <a:pt x="2379320" y="463145"/>
                  </a:lnTo>
                  <a:lnTo>
                    <a:pt x="2347545" y="490993"/>
                  </a:lnTo>
                  <a:lnTo>
                    <a:pt x="2315963" y="519264"/>
                  </a:lnTo>
                  <a:lnTo>
                    <a:pt x="2284572" y="547945"/>
                  </a:lnTo>
                  <a:lnTo>
                    <a:pt x="2222343" y="606482"/>
                  </a:lnTo>
                  <a:lnTo>
                    <a:pt x="2160833" y="666499"/>
                  </a:lnTo>
                  <a:lnTo>
                    <a:pt x="2100012" y="727888"/>
                  </a:lnTo>
                  <a:lnTo>
                    <a:pt x="2039854" y="790544"/>
                  </a:lnTo>
                  <a:lnTo>
                    <a:pt x="1980330" y="854360"/>
                  </a:lnTo>
                  <a:lnTo>
                    <a:pt x="1921414" y="919232"/>
                  </a:lnTo>
                  <a:lnTo>
                    <a:pt x="1863078" y="985051"/>
                  </a:lnTo>
                  <a:lnTo>
                    <a:pt x="1805293" y="1051712"/>
                  </a:lnTo>
                  <a:lnTo>
                    <a:pt x="1748034" y="1119110"/>
                  </a:lnTo>
                  <a:lnTo>
                    <a:pt x="1663067" y="1221354"/>
                  </a:lnTo>
                  <a:lnTo>
                    <a:pt x="1579126" y="1324656"/>
                  </a:lnTo>
                  <a:lnTo>
                    <a:pt x="1468638" y="1463420"/>
                  </a:lnTo>
                  <a:lnTo>
                    <a:pt x="1012422" y="2047316"/>
                  </a:lnTo>
                  <a:lnTo>
                    <a:pt x="907013" y="2178682"/>
                  </a:lnTo>
                  <a:lnTo>
                    <a:pt x="828151" y="2274586"/>
                  </a:lnTo>
                  <a:lnTo>
                    <a:pt x="749353" y="2367846"/>
                  </a:lnTo>
                  <a:lnTo>
                    <a:pt x="696810" y="2428373"/>
                  </a:lnTo>
                  <a:lnTo>
                    <a:pt x="644226" y="2487460"/>
                  </a:lnTo>
                  <a:lnTo>
                    <a:pt x="591574" y="2545000"/>
                  </a:lnTo>
                  <a:lnTo>
                    <a:pt x="538825" y="2600887"/>
                  </a:lnTo>
                  <a:lnTo>
                    <a:pt x="485954" y="2655015"/>
                  </a:lnTo>
                  <a:lnTo>
                    <a:pt x="432931" y="2707278"/>
                  </a:lnTo>
                  <a:lnTo>
                    <a:pt x="379729" y="2757570"/>
                  </a:lnTo>
                  <a:lnTo>
                    <a:pt x="326322" y="2805784"/>
                  </a:lnTo>
                  <a:lnTo>
                    <a:pt x="272680" y="2851814"/>
                  </a:lnTo>
                  <a:lnTo>
                    <a:pt x="218777" y="2895554"/>
                  </a:lnTo>
                  <a:lnTo>
                    <a:pt x="164585" y="2936898"/>
                  </a:lnTo>
                  <a:lnTo>
                    <a:pt x="110077" y="2975740"/>
                  </a:lnTo>
                  <a:lnTo>
                    <a:pt x="55224" y="3011973"/>
                  </a:lnTo>
                  <a:lnTo>
                    <a:pt x="27660" y="3029079"/>
                  </a:lnTo>
                  <a:lnTo>
                    <a:pt x="0" y="3045492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93504" y="6687251"/>
              <a:ext cx="4994495" cy="35997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5654" y="7377475"/>
              <a:ext cx="4852345" cy="29095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260709" y="8126658"/>
              <a:ext cx="3027680" cy="2160905"/>
            </a:xfrm>
            <a:custGeom>
              <a:avLst/>
              <a:gdLst/>
              <a:ahLst/>
              <a:cxnLst/>
              <a:rect l="l" t="t" r="r" b="b"/>
              <a:pathLst>
                <a:path w="3027680" h="2160904">
                  <a:moveTo>
                    <a:pt x="0" y="2160341"/>
                  </a:moveTo>
                  <a:lnTo>
                    <a:pt x="3027290" y="2160341"/>
                  </a:lnTo>
                  <a:lnTo>
                    <a:pt x="3027290" y="0"/>
                  </a:lnTo>
                  <a:lnTo>
                    <a:pt x="2992072" y="17986"/>
                  </a:lnTo>
                  <a:lnTo>
                    <a:pt x="2930173" y="51229"/>
                  </a:lnTo>
                  <a:lnTo>
                    <a:pt x="2867948" y="86559"/>
                  </a:lnTo>
                  <a:lnTo>
                    <a:pt x="2805335" y="123916"/>
                  </a:lnTo>
                  <a:lnTo>
                    <a:pt x="2742272" y="163238"/>
                  </a:lnTo>
                  <a:lnTo>
                    <a:pt x="2678698" y="204462"/>
                  </a:lnTo>
                  <a:lnTo>
                    <a:pt x="2646700" y="225769"/>
                  </a:lnTo>
                  <a:lnTo>
                    <a:pt x="2614551" y="247528"/>
                  </a:lnTo>
                  <a:lnTo>
                    <a:pt x="2549769" y="292372"/>
                  </a:lnTo>
                  <a:lnTo>
                    <a:pt x="2484289" y="338934"/>
                  </a:lnTo>
                  <a:lnTo>
                    <a:pt x="2418050" y="387150"/>
                  </a:lnTo>
                  <a:lnTo>
                    <a:pt x="2317132" y="462444"/>
                  </a:lnTo>
                  <a:lnTo>
                    <a:pt x="2179340" y="568052"/>
                  </a:lnTo>
                  <a:lnTo>
                    <a:pt x="1418201" y="1168805"/>
                  </a:lnTo>
                  <a:lnTo>
                    <a:pt x="1204442" y="1333258"/>
                  </a:lnTo>
                  <a:lnTo>
                    <a:pt x="1025328" y="1467583"/>
                  </a:lnTo>
                  <a:lnTo>
                    <a:pt x="885939" y="1569613"/>
                  </a:lnTo>
                  <a:lnTo>
                    <a:pt x="741984" y="1672514"/>
                  </a:lnTo>
                  <a:lnTo>
                    <a:pt x="593256" y="1776077"/>
                  </a:lnTo>
                  <a:lnTo>
                    <a:pt x="491349" y="1845384"/>
                  </a:lnTo>
                  <a:lnTo>
                    <a:pt x="387166" y="1914830"/>
                  </a:lnTo>
                  <a:lnTo>
                    <a:pt x="280644" y="1984354"/>
                  </a:lnTo>
                  <a:lnTo>
                    <a:pt x="171722" y="2053894"/>
                  </a:lnTo>
                  <a:lnTo>
                    <a:pt x="60338" y="2123388"/>
                  </a:lnTo>
                  <a:lnTo>
                    <a:pt x="0" y="2160341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33563" y="8574427"/>
              <a:ext cx="3054436" cy="17125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60826" y="8793518"/>
              <a:ext cx="2927173" cy="149348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216523" y="9951291"/>
              <a:ext cx="1071880" cy="335915"/>
            </a:xfrm>
            <a:custGeom>
              <a:avLst/>
              <a:gdLst/>
              <a:ahLst/>
              <a:cxnLst/>
              <a:rect l="l" t="t" r="r" b="b"/>
              <a:pathLst>
                <a:path w="1071880" h="335915">
                  <a:moveTo>
                    <a:pt x="0" y="335708"/>
                  </a:moveTo>
                  <a:lnTo>
                    <a:pt x="1071476" y="335708"/>
                  </a:lnTo>
                  <a:lnTo>
                    <a:pt x="1071476" y="0"/>
                  </a:lnTo>
                  <a:lnTo>
                    <a:pt x="1004236" y="13608"/>
                  </a:lnTo>
                  <a:lnTo>
                    <a:pt x="894841" y="38488"/>
                  </a:lnTo>
                  <a:lnTo>
                    <a:pt x="822784" y="56629"/>
                  </a:lnTo>
                  <a:lnTo>
                    <a:pt x="751321" y="75930"/>
                  </a:lnTo>
                  <a:lnTo>
                    <a:pt x="680364" y="96316"/>
                  </a:lnTo>
                  <a:lnTo>
                    <a:pt x="609822" y="117715"/>
                  </a:lnTo>
                  <a:lnTo>
                    <a:pt x="539608" y="140054"/>
                  </a:lnTo>
                  <a:lnTo>
                    <a:pt x="434702" y="175163"/>
                  </a:lnTo>
                  <a:lnTo>
                    <a:pt x="295139" y="224583"/>
                  </a:lnTo>
                  <a:lnTo>
                    <a:pt x="0" y="335708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633405" y="10111726"/>
              <a:ext cx="606425" cy="175895"/>
            </a:xfrm>
            <a:custGeom>
              <a:avLst/>
              <a:gdLst/>
              <a:ahLst/>
              <a:cxnLst/>
              <a:rect l="l" t="t" r="r" b="b"/>
              <a:pathLst>
                <a:path w="606425" h="175895">
                  <a:moveTo>
                    <a:pt x="66840" y="175285"/>
                  </a:moveTo>
                  <a:lnTo>
                    <a:pt x="61125" y="164934"/>
                  </a:lnTo>
                  <a:lnTo>
                    <a:pt x="49695" y="156337"/>
                  </a:lnTo>
                  <a:lnTo>
                    <a:pt x="35991" y="153060"/>
                  </a:lnTo>
                  <a:lnTo>
                    <a:pt x="21907" y="155829"/>
                  </a:lnTo>
                  <a:lnTo>
                    <a:pt x="8775" y="163106"/>
                  </a:lnTo>
                  <a:lnTo>
                    <a:pt x="177" y="174536"/>
                  </a:lnTo>
                  <a:lnTo>
                    <a:pt x="0" y="175285"/>
                  </a:lnTo>
                  <a:lnTo>
                    <a:pt x="66840" y="175285"/>
                  </a:lnTo>
                  <a:close/>
                </a:path>
                <a:path w="606425" h="175895">
                  <a:moveTo>
                    <a:pt x="247840" y="136398"/>
                  </a:moveTo>
                  <a:lnTo>
                    <a:pt x="246227" y="121462"/>
                  </a:lnTo>
                  <a:lnTo>
                    <a:pt x="239255" y="108280"/>
                  </a:lnTo>
                  <a:lnTo>
                    <a:pt x="228295" y="99466"/>
                  </a:lnTo>
                  <a:lnTo>
                    <a:pt x="214693" y="95580"/>
                  </a:lnTo>
                  <a:lnTo>
                    <a:pt x="199745" y="97193"/>
                  </a:lnTo>
                  <a:lnTo>
                    <a:pt x="186588" y="104178"/>
                  </a:lnTo>
                  <a:lnTo>
                    <a:pt x="177774" y="115138"/>
                  </a:lnTo>
                  <a:lnTo>
                    <a:pt x="173888" y="128752"/>
                  </a:lnTo>
                  <a:lnTo>
                    <a:pt x="175501" y="143700"/>
                  </a:lnTo>
                  <a:lnTo>
                    <a:pt x="180619" y="154635"/>
                  </a:lnTo>
                  <a:lnTo>
                    <a:pt x="189141" y="162915"/>
                  </a:lnTo>
                  <a:lnTo>
                    <a:pt x="199555" y="167970"/>
                  </a:lnTo>
                  <a:lnTo>
                    <a:pt x="198704" y="167970"/>
                  </a:lnTo>
                  <a:lnTo>
                    <a:pt x="211874" y="169989"/>
                  </a:lnTo>
                  <a:lnTo>
                    <a:pt x="213906" y="169989"/>
                  </a:lnTo>
                  <a:lnTo>
                    <a:pt x="217944" y="167970"/>
                  </a:lnTo>
                  <a:lnTo>
                    <a:pt x="221983" y="167970"/>
                  </a:lnTo>
                  <a:lnTo>
                    <a:pt x="235153" y="160985"/>
                  </a:lnTo>
                  <a:lnTo>
                    <a:pt x="243954" y="150025"/>
                  </a:lnTo>
                  <a:lnTo>
                    <a:pt x="247840" y="136398"/>
                  </a:lnTo>
                  <a:close/>
                </a:path>
                <a:path w="606425" h="175895">
                  <a:moveTo>
                    <a:pt x="425373" y="85852"/>
                  </a:moveTo>
                  <a:lnTo>
                    <a:pt x="424078" y="70904"/>
                  </a:lnTo>
                  <a:lnTo>
                    <a:pt x="417093" y="57416"/>
                  </a:lnTo>
                  <a:lnTo>
                    <a:pt x="406146" y="47904"/>
                  </a:lnTo>
                  <a:lnTo>
                    <a:pt x="392531" y="43319"/>
                  </a:lnTo>
                  <a:lnTo>
                    <a:pt x="377596" y="44615"/>
                  </a:lnTo>
                  <a:lnTo>
                    <a:pt x="364109" y="51574"/>
                  </a:lnTo>
                  <a:lnTo>
                    <a:pt x="354609" y="62306"/>
                  </a:lnTo>
                  <a:lnTo>
                    <a:pt x="350024" y="75323"/>
                  </a:lnTo>
                  <a:lnTo>
                    <a:pt x="351320" y="89103"/>
                  </a:lnTo>
                  <a:lnTo>
                    <a:pt x="356438" y="100355"/>
                  </a:lnTo>
                  <a:lnTo>
                    <a:pt x="364959" y="109321"/>
                  </a:lnTo>
                  <a:lnTo>
                    <a:pt x="375767" y="115265"/>
                  </a:lnTo>
                  <a:lnTo>
                    <a:pt x="387692" y="117411"/>
                  </a:lnTo>
                  <a:lnTo>
                    <a:pt x="397802" y="117411"/>
                  </a:lnTo>
                  <a:lnTo>
                    <a:pt x="411289" y="110426"/>
                  </a:lnTo>
                  <a:lnTo>
                    <a:pt x="420789" y="99466"/>
                  </a:lnTo>
                  <a:lnTo>
                    <a:pt x="425373" y="85852"/>
                  </a:lnTo>
                  <a:close/>
                </a:path>
                <a:path w="606425" h="175895">
                  <a:moveTo>
                    <a:pt x="590575" y="175285"/>
                  </a:moveTo>
                  <a:lnTo>
                    <a:pt x="586320" y="165722"/>
                  </a:lnTo>
                  <a:lnTo>
                    <a:pt x="576656" y="156591"/>
                  </a:lnTo>
                  <a:lnTo>
                    <a:pt x="563968" y="151638"/>
                  </a:lnTo>
                  <a:lnTo>
                    <a:pt x="549719" y="151638"/>
                  </a:lnTo>
                  <a:lnTo>
                    <a:pt x="537032" y="157568"/>
                  </a:lnTo>
                  <a:lnTo>
                    <a:pt x="527900" y="167716"/>
                  </a:lnTo>
                  <a:lnTo>
                    <a:pt x="524967" y="175285"/>
                  </a:lnTo>
                  <a:lnTo>
                    <a:pt x="590575" y="175285"/>
                  </a:lnTo>
                  <a:close/>
                </a:path>
                <a:path w="606425" h="175895">
                  <a:moveTo>
                    <a:pt x="606082" y="43357"/>
                  </a:moveTo>
                  <a:lnTo>
                    <a:pt x="605967" y="28435"/>
                  </a:lnTo>
                  <a:lnTo>
                    <a:pt x="600151" y="14922"/>
                  </a:lnTo>
                  <a:lnTo>
                    <a:pt x="589800" y="5181"/>
                  </a:lnTo>
                  <a:lnTo>
                    <a:pt x="576402" y="0"/>
                  </a:lnTo>
                  <a:lnTo>
                    <a:pt x="561797" y="0"/>
                  </a:lnTo>
                  <a:lnTo>
                    <a:pt x="547992" y="5943"/>
                  </a:lnTo>
                  <a:lnTo>
                    <a:pt x="538264" y="16306"/>
                  </a:lnTo>
                  <a:lnTo>
                    <a:pt x="533082" y="29705"/>
                  </a:lnTo>
                  <a:lnTo>
                    <a:pt x="533209" y="44615"/>
                  </a:lnTo>
                  <a:lnTo>
                    <a:pt x="538035" y="56718"/>
                  </a:lnTo>
                  <a:lnTo>
                    <a:pt x="546087" y="65595"/>
                  </a:lnTo>
                  <a:lnTo>
                    <a:pt x="556793" y="71069"/>
                  </a:lnTo>
                  <a:lnTo>
                    <a:pt x="569582" y="72923"/>
                  </a:lnTo>
                  <a:lnTo>
                    <a:pt x="571601" y="74955"/>
                  </a:lnTo>
                  <a:lnTo>
                    <a:pt x="573620" y="74955"/>
                  </a:lnTo>
                  <a:lnTo>
                    <a:pt x="577672" y="72923"/>
                  </a:lnTo>
                  <a:lnTo>
                    <a:pt x="591185" y="67119"/>
                  </a:lnTo>
                  <a:lnTo>
                    <a:pt x="600925" y="56718"/>
                  </a:lnTo>
                  <a:lnTo>
                    <a:pt x="606082" y="43357"/>
                  </a:lnTo>
                  <a:close/>
                </a:path>
              </a:pathLst>
            </a:custGeom>
            <a:solidFill>
              <a:srgbClr val="2E4D6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0" y="0"/>
            <a:ext cx="5422900" cy="4474845"/>
            <a:chOff x="0" y="0"/>
            <a:chExt cx="5422900" cy="4474845"/>
          </a:xfrm>
        </p:grpSpPr>
        <p:sp>
          <p:nvSpPr>
            <p:cNvPr id="12" name="object 12"/>
            <p:cNvSpPr/>
            <p:nvPr/>
          </p:nvSpPr>
          <p:spPr>
            <a:xfrm>
              <a:off x="0" y="1356624"/>
              <a:ext cx="3295650" cy="3117850"/>
            </a:xfrm>
            <a:custGeom>
              <a:avLst/>
              <a:gdLst/>
              <a:ahLst/>
              <a:cxnLst/>
              <a:rect l="l" t="t" r="r" b="b"/>
              <a:pathLst>
                <a:path w="3295650" h="3117850">
                  <a:moveTo>
                    <a:pt x="3295146" y="0"/>
                  </a:moveTo>
                  <a:lnTo>
                    <a:pt x="0" y="319070"/>
                  </a:lnTo>
                  <a:lnTo>
                    <a:pt x="0" y="3117650"/>
                  </a:lnTo>
                  <a:lnTo>
                    <a:pt x="48587" y="3102301"/>
                  </a:lnTo>
                  <a:lnTo>
                    <a:pt x="86312" y="3089338"/>
                  </a:lnTo>
                  <a:lnTo>
                    <a:pt x="123757" y="3075620"/>
                  </a:lnTo>
                  <a:lnTo>
                    <a:pt x="160927" y="3061160"/>
                  </a:lnTo>
                  <a:lnTo>
                    <a:pt x="197824" y="3045973"/>
                  </a:lnTo>
                  <a:lnTo>
                    <a:pt x="234452" y="3030070"/>
                  </a:lnTo>
                  <a:lnTo>
                    <a:pt x="270814" y="3013467"/>
                  </a:lnTo>
                  <a:lnTo>
                    <a:pt x="306915" y="2996174"/>
                  </a:lnTo>
                  <a:lnTo>
                    <a:pt x="342756" y="2978207"/>
                  </a:lnTo>
                  <a:lnTo>
                    <a:pt x="378343" y="2959578"/>
                  </a:lnTo>
                  <a:lnTo>
                    <a:pt x="413677" y="2940301"/>
                  </a:lnTo>
                  <a:lnTo>
                    <a:pt x="448763" y="2920388"/>
                  </a:lnTo>
                  <a:lnTo>
                    <a:pt x="483605" y="2899854"/>
                  </a:lnTo>
                  <a:lnTo>
                    <a:pt x="518205" y="2878710"/>
                  </a:lnTo>
                  <a:lnTo>
                    <a:pt x="552567" y="2856972"/>
                  </a:lnTo>
                  <a:lnTo>
                    <a:pt x="586694" y="2834651"/>
                  </a:lnTo>
                  <a:lnTo>
                    <a:pt x="620590" y="2811761"/>
                  </a:lnTo>
                  <a:lnTo>
                    <a:pt x="654259" y="2788316"/>
                  </a:lnTo>
                  <a:lnTo>
                    <a:pt x="687703" y="2764329"/>
                  </a:lnTo>
                  <a:lnTo>
                    <a:pt x="720927" y="2739812"/>
                  </a:lnTo>
                  <a:lnTo>
                    <a:pt x="753933" y="2714780"/>
                  </a:lnTo>
                  <a:lnTo>
                    <a:pt x="786726" y="2689245"/>
                  </a:lnTo>
                  <a:lnTo>
                    <a:pt x="819308" y="2663221"/>
                  </a:lnTo>
                  <a:lnTo>
                    <a:pt x="851683" y="2636721"/>
                  </a:lnTo>
                  <a:lnTo>
                    <a:pt x="883854" y="2609758"/>
                  </a:lnTo>
                  <a:lnTo>
                    <a:pt x="915826" y="2582346"/>
                  </a:lnTo>
                  <a:lnTo>
                    <a:pt x="947600" y="2554498"/>
                  </a:lnTo>
                  <a:lnTo>
                    <a:pt x="979182" y="2526227"/>
                  </a:lnTo>
                  <a:lnTo>
                    <a:pt x="1010574" y="2497546"/>
                  </a:lnTo>
                  <a:lnTo>
                    <a:pt x="1072802" y="2439009"/>
                  </a:lnTo>
                  <a:lnTo>
                    <a:pt x="1134313" y="2378993"/>
                  </a:lnTo>
                  <a:lnTo>
                    <a:pt x="1195134" y="2317604"/>
                  </a:lnTo>
                  <a:lnTo>
                    <a:pt x="1255292" y="2254948"/>
                  </a:lnTo>
                  <a:lnTo>
                    <a:pt x="1314815" y="2191131"/>
                  </a:lnTo>
                  <a:lnTo>
                    <a:pt x="1373731" y="2126260"/>
                  </a:lnTo>
                  <a:lnTo>
                    <a:pt x="1432068" y="2060440"/>
                  </a:lnTo>
                  <a:lnTo>
                    <a:pt x="1489852" y="1993779"/>
                  </a:lnTo>
                  <a:lnTo>
                    <a:pt x="1547112" y="1926382"/>
                  </a:lnTo>
                  <a:lnTo>
                    <a:pt x="1632078" y="1824138"/>
                  </a:lnTo>
                  <a:lnTo>
                    <a:pt x="1716020" y="1720835"/>
                  </a:lnTo>
                  <a:lnTo>
                    <a:pt x="1826508" y="1582071"/>
                  </a:lnTo>
                  <a:lnTo>
                    <a:pt x="2282724" y="998175"/>
                  </a:lnTo>
                  <a:lnTo>
                    <a:pt x="2388132" y="866810"/>
                  </a:lnTo>
                  <a:lnTo>
                    <a:pt x="2466994" y="770906"/>
                  </a:lnTo>
                  <a:lnTo>
                    <a:pt x="2545793" y="677646"/>
                  </a:lnTo>
                  <a:lnTo>
                    <a:pt x="2598336" y="617118"/>
                  </a:lnTo>
                  <a:lnTo>
                    <a:pt x="2650920" y="558032"/>
                  </a:lnTo>
                  <a:lnTo>
                    <a:pt x="2703572" y="500491"/>
                  </a:lnTo>
                  <a:lnTo>
                    <a:pt x="2756320" y="444604"/>
                  </a:lnTo>
                  <a:lnTo>
                    <a:pt x="2809192" y="390476"/>
                  </a:lnTo>
                  <a:lnTo>
                    <a:pt x="2862215" y="338213"/>
                  </a:lnTo>
                  <a:lnTo>
                    <a:pt x="2915416" y="287922"/>
                  </a:lnTo>
                  <a:lnTo>
                    <a:pt x="2968824" y="239708"/>
                  </a:lnTo>
                  <a:lnTo>
                    <a:pt x="3022465" y="193678"/>
                  </a:lnTo>
                  <a:lnTo>
                    <a:pt x="3076368" y="149938"/>
                  </a:lnTo>
                  <a:lnTo>
                    <a:pt x="3130560" y="108594"/>
                  </a:lnTo>
                  <a:lnTo>
                    <a:pt x="3185069" y="69752"/>
                  </a:lnTo>
                  <a:lnTo>
                    <a:pt x="3239922" y="33518"/>
                  </a:lnTo>
                  <a:lnTo>
                    <a:pt x="3267486" y="16413"/>
                  </a:lnTo>
                  <a:lnTo>
                    <a:pt x="3295146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5422359" cy="37605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5279780" cy="305598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0"/>
              <a:ext cx="3399790" cy="2352675"/>
            </a:xfrm>
            <a:custGeom>
              <a:avLst/>
              <a:gdLst/>
              <a:ahLst/>
              <a:cxnLst/>
              <a:rect l="l" t="t" r="r" b="b"/>
              <a:pathLst>
                <a:path w="3399790" h="2352675">
                  <a:moveTo>
                    <a:pt x="3399780" y="0"/>
                  </a:moveTo>
                  <a:lnTo>
                    <a:pt x="1862198" y="0"/>
                  </a:lnTo>
                  <a:lnTo>
                    <a:pt x="0" y="75411"/>
                  </a:lnTo>
                  <a:lnTo>
                    <a:pt x="0" y="2352466"/>
                  </a:lnTo>
                  <a:lnTo>
                    <a:pt x="19172" y="2345049"/>
                  </a:lnTo>
                  <a:lnTo>
                    <a:pt x="80419" y="2319603"/>
                  </a:lnTo>
                  <a:lnTo>
                    <a:pt x="141775" y="2291852"/>
                  </a:lnTo>
                  <a:lnTo>
                    <a:pt x="203303" y="2261859"/>
                  </a:lnTo>
                  <a:lnTo>
                    <a:pt x="265062" y="2229684"/>
                  </a:lnTo>
                  <a:lnTo>
                    <a:pt x="327117" y="2195390"/>
                  </a:lnTo>
                  <a:lnTo>
                    <a:pt x="389528" y="2159038"/>
                  </a:lnTo>
                  <a:lnTo>
                    <a:pt x="452358" y="2120691"/>
                  </a:lnTo>
                  <a:lnTo>
                    <a:pt x="515669" y="2080410"/>
                  </a:lnTo>
                  <a:lnTo>
                    <a:pt x="579521" y="2038258"/>
                  </a:lnTo>
                  <a:lnTo>
                    <a:pt x="611671" y="2016499"/>
                  </a:lnTo>
                  <a:lnTo>
                    <a:pt x="676453" y="1971654"/>
                  </a:lnTo>
                  <a:lnTo>
                    <a:pt x="741933" y="1925093"/>
                  </a:lnTo>
                  <a:lnTo>
                    <a:pt x="808172" y="1876876"/>
                  </a:lnTo>
                  <a:lnTo>
                    <a:pt x="909090" y="1801582"/>
                  </a:lnTo>
                  <a:lnTo>
                    <a:pt x="1046882" y="1695975"/>
                  </a:lnTo>
                  <a:lnTo>
                    <a:pt x="1808021" y="1095221"/>
                  </a:lnTo>
                  <a:lnTo>
                    <a:pt x="2021779" y="930769"/>
                  </a:lnTo>
                  <a:lnTo>
                    <a:pt x="2200893" y="796444"/>
                  </a:lnTo>
                  <a:lnTo>
                    <a:pt x="2340283" y="694414"/>
                  </a:lnTo>
                  <a:lnTo>
                    <a:pt x="2484238" y="591513"/>
                  </a:lnTo>
                  <a:lnTo>
                    <a:pt x="2632966" y="487950"/>
                  </a:lnTo>
                  <a:lnTo>
                    <a:pt x="2734873" y="418643"/>
                  </a:lnTo>
                  <a:lnTo>
                    <a:pt x="2839056" y="349196"/>
                  </a:lnTo>
                  <a:lnTo>
                    <a:pt x="2945578" y="279672"/>
                  </a:lnTo>
                  <a:lnTo>
                    <a:pt x="3054500" y="210132"/>
                  </a:lnTo>
                  <a:lnTo>
                    <a:pt x="3165884" y="140638"/>
                  </a:lnTo>
                  <a:lnTo>
                    <a:pt x="3279792" y="71252"/>
                  </a:lnTo>
                  <a:lnTo>
                    <a:pt x="3396287" y="2036"/>
                  </a:lnTo>
                  <a:lnTo>
                    <a:pt x="3399780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3470998" cy="186365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3354848" cy="164009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0" y="0"/>
              <a:ext cx="1539875" cy="472440"/>
            </a:xfrm>
            <a:custGeom>
              <a:avLst/>
              <a:gdLst/>
              <a:ahLst/>
              <a:cxnLst/>
              <a:rect l="l" t="t" r="r" b="b"/>
              <a:pathLst>
                <a:path w="1539875" h="472440">
                  <a:moveTo>
                    <a:pt x="1539874" y="0"/>
                  </a:moveTo>
                  <a:lnTo>
                    <a:pt x="0" y="0"/>
                  </a:lnTo>
                  <a:lnTo>
                    <a:pt x="0" y="472096"/>
                  </a:lnTo>
                  <a:lnTo>
                    <a:pt x="41561" y="466243"/>
                  </a:lnTo>
                  <a:lnTo>
                    <a:pt x="79609" y="460423"/>
                  </a:lnTo>
                  <a:lnTo>
                    <a:pt x="117398" y="454221"/>
                  </a:lnTo>
                  <a:lnTo>
                    <a:pt x="154937" y="447647"/>
                  </a:lnTo>
                  <a:lnTo>
                    <a:pt x="229313" y="433421"/>
                  </a:lnTo>
                  <a:lnTo>
                    <a:pt x="302826" y="417816"/>
                  </a:lnTo>
                  <a:lnTo>
                    <a:pt x="375567" y="400906"/>
                  </a:lnTo>
                  <a:lnTo>
                    <a:pt x="447624" y="382765"/>
                  </a:lnTo>
                  <a:lnTo>
                    <a:pt x="519086" y="363464"/>
                  </a:lnTo>
                  <a:lnTo>
                    <a:pt x="590044" y="343078"/>
                  </a:lnTo>
                  <a:lnTo>
                    <a:pt x="660585" y="321679"/>
                  </a:lnTo>
                  <a:lnTo>
                    <a:pt x="730800" y="299340"/>
                  </a:lnTo>
                  <a:lnTo>
                    <a:pt x="835705" y="264231"/>
                  </a:lnTo>
                  <a:lnTo>
                    <a:pt x="975269" y="214811"/>
                  </a:lnTo>
                  <a:lnTo>
                    <a:pt x="1539874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5671" y="11"/>
              <a:ext cx="965835" cy="313690"/>
            </a:xfrm>
            <a:custGeom>
              <a:avLst/>
              <a:gdLst/>
              <a:ahLst/>
              <a:cxnLst/>
              <a:rect l="l" t="t" r="r" b="b"/>
              <a:pathLst>
                <a:path w="965835" h="313690">
                  <a:moveTo>
                    <a:pt x="72745" y="270738"/>
                  </a:moveTo>
                  <a:lnTo>
                    <a:pt x="67919" y="258318"/>
                  </a:lnTo>
                  <a:lnTo>
                    <a:pt x="59867" y="248754"/>
                  </a:lnTo>
                  <a:lnTo>
                    <a:pt x="49161" y="242582"/>
                  </a:lnTo>
                  <a:lnTo>
                    <a:pt x="36372" y="240411"/>
                  </a:lnTo>
                  <a:lnTo>
                    <a:pt x="34353" y="238391"/>
                  </a:lnTo>
                  <a:lnTo>
                    <a:pt x="32334" y="240411"/>
                  </a:lnTo>
                  <a:lnTo>
                    <a:pt x="30314" y="240411"/>
                  </a:lnTo>
                  <a:lnTo>
                    <a:pt x="16484" y="245910"/>
                  </a:lnTo>
                  <a:lnTo>
                    <a:pt x="6057" y="255574"/>
                  </a:lnTo>
                  <a:lnTo>
                    <a:pt x="190" y="268274"/>
                  </a:lnTo>
                  <a:lnTo>
                    <a:pt x="0" y="282867"/>
                  </a:lnTo>
                  <a:lnTo>
                    <a:pt x="5486" y="296710"/>
                  </a:lnTo>
                  <a:lnTo>
                    <a:pt x="15151" y="307136"/>
                  </a:lnTo>
                  <a:lnTo>
                    <a:pt x="28257" y="313207"/>
                  </a:lnTo>
                  <a:lnTo>
                    <a:pt x="42430" y="313207"/>
                  </a:lnTo>
                  <a:lnTo>
                    <a:pt x="56261" y="307708"/>
                  </a:lnTo>
                  <a:lnTo>
                    <a:pt x="66687" y="298043"/>
                  </a:lnTo>
                  <a:lnTo>
                    <a:pt x="72555" y="285330"/>
                  </a:lnTo>
                  <a:lnTo>
                    <a:pt x="72745" y="270738"/>
                  </a:lnTo>
                  <a:close/>
                </a:path>
                <a:path w="965835" h="313690">
                  <a:moveTo>
                    <a:pt x="87020" y="134531"/>
                  </a:moveTo>
                  <a:lnTo>
                    <a:pt x="64160" y="92951"/>
                  </a:lnTo>
                  <a:lnTo>
                    <a:pt x="52539" y="90766"/>
                  </a:lnTo>
                  <a:lnTo>
                    <a:pt x="52539" y="92951"/>
                  </a:lnTo>
                  <a:lnTo>
                    <a:pt x="46088" y="92951"/>
                  </a:lnTo>
                  <a:lnTo>
                    <a:pt x="32969" y="98259"/>
                  </a:lnTo>
                  <a:lnTo>
                    <a:pt x="23241" y="107708"/>
                  </a:lnTo>
                  <a:lnTo>
                    <a:pt x="18059" y="119811"/>
                  </a:lnTo>
                  <a:lnTo>
                    <a:pt x="18186" y="133235"/>
                  </a:lnTo>
                  <a:lnTo>
                    <a:pt x="23647" y="145910"/>
                  </a:lnTo>
                  <a:lnTo>
                    <a:pt x="33083" y="155727"/>
                  </a:lnTo>
                  <a:lnTo>
                    <a:pt x="45516" y="161544"/>
                  </a:lnTo>
                  <a:lnTo>
                    <a:pt x="58597" y="161544"/>
                  </a:lnTo>
                  <a:lnTo>
                    <a:pt x="72123" y="156083"/>
                  </a:lnTo>
                  <a:lnTo>
                    <a:pt x="81838" y="146634"/>
                  </a:lnTo>
                  <a:lnTo>
                    <a:pt x="87020" y="134531"/>
                  </a:lnTo>
                  <a:close/>
                </a:path>
                <a:path w="965835" h="313690">
                  <a:moveTo>
                    <a:pt x="94081" y="0"/>
                  </a:moveTo>
                  <a:lnTo>
                    <a:pt x="47409" y="0"/>
                  </a:lnTo>
                  <a:lnTo>
                    <a:pt x="52285" y="5080"/>
                  </a:lnTo>
                  <a:lnTo>
                    <a:pt x="63690" y="10045"/>
                  </a:lnTo>
                  <a:lnTo>
                    <a:pt x="76796" y="9880"/>
                  </a:lnTo>
                  <a:lnTo>
                    <a:pt x="89141" y="4737"/>
                  </a:lnTo>
                  <a:lnTo>
                    <a:pt x="94081" y="0"/>
                  </a:lnTo>
                  <a:close/>
                </a:path>
                <a:path w="965835" h="313690">
                  <a:moveTo>
                    <a:pt x="254762" y="249250"/>
                  </a:moveTo>
                  <a:lnTo>
                    <a:pt x="241757" y="213360"/>
                  </a:lnTo>
                  <a:lnTo>
                    <a:pt x="218262" y="206032"/>
                  </a:lnTo>
                  <a:lnTo>
                    <a:pt x="216242" y="204012"/>
                  </a:lnTo>
                  <a:lnTo>
                    <a:pt x="214210" y="204012"/>
                  </a:lnTo>
                  <a:lnTo>
                    <a:pt x="210172" y="206032"/>
                  </a:lnTo>
                  <a:lnTo>
                    <a:pt x="196659" y="211848"/>
                  </a:lnTo>
                  <a:lnTo>
                    <a:pt x="186918" y="222237"/>
                  </a:lnTo>
                  <a:lnTo>
                    <a:pt x="181749" y="235610"/>
                  </a:lnTo>
                  <a:lnTo>
                    <a:pt x="181876" y="250520"/>
                  </a:lnTo>
                  <a:lnTo>
                    <a:pt x="187693" y="264045"/>
                  </a:lnTo>
                  <a:lnTo>
                    <a:pt x="198043" y="273773"/>
                  </a:lnTo>
                  <a:lnTo>
                    <a:pt x="211442" y="278955"/>
                  </a:lnTo>
                  <a:lnTo>
                    <a:pt x="226047" y="278955"/>
                  </a:lnTo>
                  <a:lnTo>
                    <a:pt x="239852" y="273011"/>
                  </a:lnTo>
                  <a:lnTo>
                    <a:pt x="249580" y="262648"/>
                  </a:lnTo>
                  <a:lnTo>
                    <a:pt x="254762" y="249250"/>
                  </a:lnTo>
                  <a:close/>
                </a:path>
                <a:path w="965835" h="313690">
                  <a:moveTo>
                    <a:pt x="264896" y="98450"/>
                  </a:moveTo>
                  <a:lnTo>
                    <a:pt x="264756" y="86283"/>
                  </a:lnTo>
                  <a:lnTo>
                    <a:pt x="264744" y="84709"/>
                  </a:lnTo>
                  <a:lnTo>
                    <a:pt x="259994" y="73583"/>
                  </a:lnTo>
                  <a:lnTo>
                    <a:pt x="252107" y="64477"/>
                  </a:lnTo>
                  <a:lnTo>
                    <a:pt x="241998" y="58547"/>
                  </a:lnTo>
                  <a:lnTo>
                    <a:pt x="230378" y="56400"/>
                  </a:lnTo>
                  <a:lnTo>
                    <a:pt x="226339" y="56400"/>
                  </a:lnTo>
                  <a:lnTo>
                    <a:pt x="222021" y="58547"/>
                  </a:lnTo>
                  <a:lnTo>
                    <a:pt x="209956" y="63919"/>
                  </a:lnTo>
                  <a:lnTo>
                    <a:pt x="200825" y="73583"/>
                  </a:lnTo>
                  <a:lnTo>
                    <a:pt x="195872" y="86283"/>
                  </a:lnTo>
                  <a:lnTo>
                    <a:pt x="195999" y="98450"/>
                  </a:lnTo>
                  <a:lnTo>
                    <a:pt x="196024" y="100876"/>
                  </a:lnTo>
                  <a:lnTo>
                    <a:pt x="201523" y="113233"/>
                  </a:lnTo>
                  <a:lnTo>
                    <a:pt x="211188" y="122364"/>
                  </a:lnTo>
                  <a:lnTo>
                    <a:pt x="223875" y="127330"/>
                  </a:lnTo>
                  <a:lnTo>
                    <a:pt x="238125" y="127330"/>
                  </a:lnTo>
                  <a:lnTo>
                    <a:pt x="250812" y="121386"/>
                  </a:lnTo>
                  <a:lnTo>
                    <a:pt x="259943" y="111239"/>
                  </a:lnTo>
                  <a:lnTo>
                    <a:pt x="264896" y="98450"/>
                  </a:lnTo>
                  <a:close/>
                </a:path>
                <a:path w="965835" h="313690">
                  <a:moveTo>
                    <a:pt x="437819" y="203631"/>
                  </a:moveTo>
                  <a:lnTo>
                    <a:pt x="412076" y="163690"/>
                  </a:lnTo>
                  <a:lnTo>
                    <a:pt x="400151" y="161544"/>
                  </a:lnTo>
                  <a:lnTo>
                    <a:pt x="390042" y="161544"/>
                  </a:lnTo>
                  <a:lnTo>
                    <a:pt x="376555" y="168529"/>
                  </a:lnTo>
                  <a:lnTo>
                    <a:pt x="367055" y="179489"/>
                  </a:lnTo>
                  <a:lnTo>
                    <a:pt x="362470" y="193103"/>
                  </a:lnTo>
                  <a:lnTo>
                    <a:pt x="363766" y="208051"/>
                  </a:lnTo>
                  <a:lnTo>
                    <a:pt x="370751" y="221551"/>
                  </a:lnTo>
                  <a:lnTo>
                    <a:pt x="381698" y="231051"/>
                  </a:lnTo>
                  <a:lnTo>
                    <a:pt x="395312" y="235635"/>
                  </a:lnTo>
                  <a:lnTo>
                    <a:pt x="410248" y="234340"/>
                  </a:lnTo>
                  <a:lnTo>
                    <a:pt x="423735" y="227393"/>
                  </a:lnTo>
                  <a:lnTo>
                    <a:pt x="433235" y="216649"/>
                  </a:lnTo>
                  <a:lnTo>
                    <a:pt x="437819" y="203631"/>
                  </a:lnTo>
                  <a:close/>
                </a:path>
                <a:path w="965835" h="313690">
                  <a:moveTo>
                    <a:pt x="441883" y="52819"/>
                  </a:moveTo>
                  <a:lnTo>
                    <a:pt x="440563" y="38201"/>
                  </a:lnTo>
                  <a:lnTo>
                    <a:pt x="435762" y="27266"/>
                  </a:lnTo>
                  <a:lnTo>
                    <a:pt x="427926" y="18986"/>
                  </a:lnTo>
                  <a:lnTo>
                    <a:pt x="418185" y="13931"/>
                  </a:lnTo>
                  <a:lnTo>
                    <a:pt x="419023" y="13931"/>
                  </a:lnTo>
                  <a:lnTo>
                    <a:pt x="406209" y="11912"/>
                  </a:lnTo>
                  <a:lnTo>
                    <a:pt x="402170" y="13931"/>
                  </a:lnTo>
                  <a:lnTo>
                    <a:pt x="396100" y="13931"/>
                  </a:lnTo>
                  <a:lnTo>
                    <a:pt x="383781" y="19748"/>
                  </a:lnTo>
                  <a:lnTo>
                    <a:pt x="374878" y="30111"/>
                  </a:lnTo>
                  <a:lnTo>
                    <a:pt x="370522" y="43510"/>
                  </a:lnTo>
                  <a:lnTo>
                    <a:pt x="371856" y="58420"/>
                  </a:lnTo>
                  <a:lnTo>
                    <a:pt x="378510" y="70739"/>
                  </a:lnTo>
                  <a:lnTo>
                    <a:pt x="388772" y="79654"/>
                  </a:lnTo>
                  <a:lnTo>
                    <a:pt x="401688" y="84010"/>
                  </a:lnTo>
                  <a:lnTo>
                    <a:pt x="416306" y="82689"/>
                  </a:lnTo>
                  <a:lnTo>
                    <a:pt x="428625" y="76022"/>
                  </a:lnTo>
                  <a:lnTo>
                    <a:pt x="437527" y="65747"/>
                  </a:lnTo>
                  <a:lnTo>
                    <a:pt x="441883" y="52819"/>
                  </a:lnTo>
                  <a:close/>
                </a:path>
                <a:path w="965835" h="313690">
                  <a:moveTo>
                    <a:pt x="613956" y="150202"/>
                  </a:moveTo>
                  <a:lnTo>
                    <a:pt x="612343" y="135255"/>
                  </a:lnTo>
                  <a:lnTo>
                    <a:pt x="607225" y="124320"/>
                  </a:lnTo>
                  <a:lnTo>
                    <a:pt x="598703" y="116052"/>
                  </a:lnTo>
                  <a:lnTo>
                    <a:pt x="588289" y="110998"/>
                  </a:lnTo>
                  <a:lnTo>
                    <a:pt x="589140" y="110998"/>
                  </a:lnTo>
                  <a:lnTo>
                    <a:pt x="575970" y="108966"/>
                  </a:lnTo>
                  <a:lnTo>
                    <a:pt x="573938" y="108966"/>
                  </a:lnTo>
                  <a:lnTo>
                    <a:pt x="569899" y="110998"/>
                  </a:lnTo>
                  <a:lnTo>
                    <a:pt x="565861" y="110998"/>
                  </a:lnTo>
                  <a:lnTo>
                    <a:pt x="552691" y="117970"/>
                  </a:lnTo>
                  <a:lnTo>
                    <a:pt x="543877" y="128943"/>
                  </a:lnTo>
                  <a:lnTo>
                    <a:pt x="540004" y="142557"/>
                  </a:lnTo>
                  <a:lnTo>
                    <a:pt x="541604" y="157505"/>
                  </a:lnTo>
                  <a:lnTo>
                    <a:pt x="548589" y="170675"/>
                  </a:lnTo>
                  <a:lnTo>
                    <a:pt x="559549" y="179489"/>
                  </a:lnTo>
                  <a:lnTo>
                    <a:pt x="573151" y="183375"/>
                  </a:lnTo>
                  <a:lnTo>
                    <a:pt x="588086" y="181762"/>
                  </a:lnTo>
                  <a:lnTo>
                    <a:pt x="601256" y="174790"/>
                  </a:lnTo>
                  <a:lnTo>
                    <a:pt x="610069" y="163817"/>
                  </a:lnTo>
                  <a:lnTo>
                    <a:pt x="613956" y="150202"/>
                  </a:lnTo>
                  <a:close/>
                </a:path>
                <a:path w="965835" h="313690">
                  <a:moveTo>
                    <a:pt x="614832" y="3441"/>
                  </a:moveTo>
                  <a:lnTo>
                    <a:pt x="614718" y="0"/>
                  </a:lnTo>
                  <a:lnTo>
                    <a:pt x="544703" y="0"/>
                  </a:lnTo>
                  <a:lnTo>
                    <a:pt x="545655" y="9880"/>
                  </a:lnTo>
                  <a:lnTo>
                    <a:pt x="552602" y="21920"/>
                  </a:lnTo>
                  <a:lnTo>
                    <a:pt x="563333" y="30365"/>
                  </a:lnTo>
                  <a:lnTo>
                    <a:pt x="576351" y="34620"/>
                  </a:lnTo>
                  <a:lnTo>
                    <a:pt x="590118" y="34150"/>
                  </a:lnTo>
                  <a:lnTo>
                    <a:pt x="602145" y="27203"/>
                  </a:lnTo>
                  <a:lnTo>
                    <a:pt x="610577" y="16459"/>
                  </a:lnTo>
                  <a:lnTo>
                    <a:pt x="614832" y="3441"/>
                  </a:lnTo>
                  <a:close/>
                </a:path>
                <a:path w="965835" h="313690">
                  <a:moveTo>
                    <a:pt x="790943" y="90703"/>
                  </a:moveTo>
                  <a:lnTo>
                    <a:pt x="764298" y="53009"/>
                  </a:lnTo>
                  <a:lnTo>
                    <a:pt x="753808" y="52349"/>
                  </a:lnTo>
                  <a:lnTo>
                    <a:pt x="745731" y="52349"/>
                  </a:lnTo>
                  <a:lnTo>
                    <a:pt x="741680" y="54368"/>
                  </a:lnTo>
                  <a:lnTo>
                    <a:pt x="728548" y="61645"/>
                  </a:lnTo>
                  <a:lnTo>
                    <a:pt x="719963" y="73075"/>
                  </a:lnTo>
                  <a:lnTo>
                    <a:pt x="716673" y="86791"/>
                  </a:lnTo>
                  <a:lnTo>
                    <a:pt x="719455" y="100876"/>
                  </a:lnTo>
                  <a:lnTo>
                    <a:pt x="726719" y="114020"/>
                  </a:lnTo>
                  <a:lnTo>
                    <a:pt x="738149" y="122618"/>
                  </a:lnTo>
                  <a:lnTo>
                    <a:pt x="751852" y="125907"/>
                  </a:lnTo>
                  <a:lnTo>
                    <a:pt x="765937" y="123126"/>
                  </a:lnTo>
                  <a:lnTo>
                    <a:pt x="779068" y="115862"/>
                  </a:lnTo>
                  <a:lnTo>
                    <a:pt x="787654" y="104419"/>
                  </a:lnTo>
                  <a:lnTo>
                    <a:pt x="790943" y="90703"/>
                  </a:lnTo>
                  <a:close/>
                </a:path>
                <a:path w="965835" h="313690">
                  <a:moveTo>
                    <a:pt x="965631" y="29197"/>
                  </a:moveTo>
                  <a:lnTo>
                    <a:pt x="963993" y="13931"/>
                  </a:lnTo>
                  <a:lnTo>
                    <a:pt x="958049" y="4165"/>
                  </a:lnTo>
                  <a:lnTo>
                    <a:pt x="953592" y="0"/>
                  </a:lnTo>
                  <a:lnTo>
                    <a:pt x="902779" y="0"/>
                  </a:lnTo>
                  <a:lnTo>
                    <a:pt x="895273" y="10642"/>
                  </a:lnTo>
                  <a:lnTo>
                    <a:pt x="891616" y="24955"/>
                  </a:lnTo>
                  <a:lnTo>
                    <a:pt x="893254" y="40220"/>
                  </a:lnTo>
                  <a:lnTo>
                    <a:pt x="900544" y="53365"/>
                  </a:lnTo>
                  <a:lnTo>
                    <a:pt x="912202" y="61950"/>
                  </a:lnTo>
                  <a:lnTo>
                    <a:pt x="926503" y="65239"/>
                  </a:lnTo>
                  <a:lnTo>
                    <a:pt x="941755" y="62458"/>
                  </a:lnTo>
                  <a:lnTo>
                    <a:pt x="953757" y="55168"/>
                  </a:lnTo>
                  <a:lnTo>
                    <a:pt x="961961" y="43510"/>
                  </a:lnTo>
                  <a:lnTo>
                    <a:pt x="965631" y="29197"/>
                  </a:lnTo>
                  <a:close/>
                </a:path>
              </a:pathLst>
            </a:custGeom>
            <a:solidFill>
              <a:srgbClr val="2E4D6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14923720" y="0"/>
            <a:ext cx="3364865" cy="4344035"/>
            <a:chOff x="14923720" y="0"/>
            <a:chExt cx="3364865" cy="4344035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52683" y="0"/>
              <a:ext cx="2235315" cy="120394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47554" y="0"/>
              <a:ext cx="2540444" cy="127871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493668" y="0"/>
              <a:ext cx="2794330" cy="135422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89373" y="0"/>
              <a:ext cx="2998625" cy="143207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091460" y="0"/>
              <a:ext cx="3196538" cy="15192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923720" y="0"/>
              <a:ext cx="3364278" cy="160247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350710" y="0"/>
              <a:ext cx="2937288" cy="27178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965670" y="0"/>
              <a:ext cx="1322328" cy="40005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471936" y="0"/>
              <a:ext cx="1816062" cy="4343840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0" y="6811534"/>
            <a:ext cx="1978025" cy="3475990"/>
            <a:chOff x="0" y="6811534"/>
            <a:chExt cx="1978025" cy="3475990"/>
          </a:xfrm>
        </p:grpSpPr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0" y="8990089"/>
              <a:ext cx="1977882" cy="129691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0" y="8061798"/>
              <a:ext cx="1899787" cy="222520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0" y="6811534"/>
              <a:ext cx="1727195" cy="3475465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557251" y="2858761"/>
            <a:ext cx="152400" cy="15239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557251" y="3906511"/>
            <a:ext cx="152400" cy="15239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557251" y="4954261"/>
            <a:ext cx="152400" cy="15239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557251" y="6002011"/>
            <a:ext cx="152400" cy="15239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557251" y="7049761"/>
            <a:ext cx="152400" cy="15239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557251" y="8097511"/>
            <a:ext cx="152400" cy="15239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557251" y="8621386"/>
            <a:ext cx="152400" cy="152399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2905906" y="2616280"/>
            <a:ext cx="12792075" cy="6835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6850" indent="93345">
              <a:lnSpc>
                <a:spcPct val="116500"/>
              </a:lnSpc>
              <a:spcBef>
                <a:spcPts val="100"/>
              </a:spcBef>
            </a:pPr>
            <a:r>
              <a:rPr dirty="0" sz="2950" spc="70">
                <a:solidFill>
                  <a:srgbClr val="002A58"/>
                </a:solidFill>
                <a:latin typeface="Tahoma"/>
                <a:cs typeface="Tahoma"/>
              </a:rPr>
              <a:t>The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rapid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growth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5">
                <a:solidFill>
                  <a:srgbClr val="002A58"/>
                </a:solidFill>
                <a:latin typeface="Tahoma"/>
                <a:cs typeface="Tahoma"/>
              </a:rPr>
              <a:t>of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news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70">
                <a:solidFill>
                  <a:srgbClr val="002A58"/>
                </a:solidFill>
                <a:latin typeface="Tahoma"/>
                <a:cs typeface="Tahoma"/>
              </a:rPr>
              <a:t>social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0">
                <a:solidFill>
                  <a:srgbClr val="002A58"/>
                </a:solidFill>
                <a:latin typeface="Tahoma"/>
                <a:cs typeface="Tahoma"/>
              </a:rPr>
              <a:t>media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generates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0">
                <a:solidFill>
                  <a:srgbClr val="002A58"/>
                </a:solidFill>
                <a:latin typeface="Tahoma"/>
                <a:cs typeface="Tahoma"/>
              </a:rPr>
              <a:t>large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0">
                <a:solidFill>
                  <a:srgbClr val="002A58"/>
                </a:solidFill>
                <a:latin typeface="Tahoma"/>
                <a:cs typeface="Tahoma"/>
              </a:rPr>
              <a:t>volumes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of </a:t>
            </a:r>
            <a:r>
              <a:rPr dirty="0" sz="2950" spc="150">
                <a:solidFill>
                  <a:srgbClr val="002A58"/>
                </a:solidFill>
                <a:latin typeface="Tahoma"/>
                <a:cs typeface="Tahoma"/>
              </a:rPr>
              <a:t>content</a:t>
            </a:r>
            <a:r>
              <a:rPr dirty="0" sz="2950" spc="-18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00">
                <a:solidFill>
                  <a:srgbClr val="002A58"/>
                </a:solidFill>
                <a:latin typeface="Tahoma"/>
                <a:cs typeface="Tahoma"/>
              </a:rPr>
              <a:t>every</a:t>
            </a:r>
            <a:r>
              <a:rPr dirty="0" sz="2950" spc="-18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70">
                <a:solidFill>
                  <a:srgbClr val="002A58"/>
                </a:solidFill>
                <a:latin typeface="Tahoma"/>
                <a:cs typeface="Tahoma"/>
              </a:rPr>
              <a:t>day.</a:t>
            </a:r>
            <a:endParaRPr sz="2950">
              <a:latin typeface="Tahoma"/>
              <a:cs typeface="Tahoma"/>
            </a:endParaRPr>
          </a:p>
          <a:p>
            <a:pPr marL="12700" marR="1945639" indent="93345">
              <a:lnSpc>
                <a:spcPct val="116500"/>
              </a:lnSpc>
            </a:pPr>
            <a:r>
              <a:rPr dirty="0" sz="2950" spc="135">
                <a:solidFill>
                  <a:srgbClr val="002A58"/>
                </a:solidFill>
                <a:latin typeface="Tahoma"/>
                <a:cs typeface="Tahoma"/>
              </a:rPr>
              <a:t>Managing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05">
                <a:solidFill>
                  <a:srgbClr val="002A58"/>
                </a:solidFill>
                <a:latin typeface="Tahoma"/>
                <a:cs typeface="Tahoma"/>
              </a:rPr>
              <a:t>organizing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0">
                <a:solidFill>
                  <a:srgbClr val="002A58"/>
                </a:solidFill>
                <a:latin typeface="Tahoma"/>
                <a:cs typeface="Tahoma"/>
              </a:rPr>
              <a:t>such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80">
                <a:solidFill>
                  <a:srgbClr val="002A58"/>
                </a:solidFill>
                <a:latin typeface="Tahoma"/>
                <a:cs typeface="Tahoma"/>
              </a:rPr>
              <a:t>large-</a:t>
            </a:r>
            <a:r>
              <a:rPr dirty="0" sz="2950" spc="175">
                <a:solidFill>
                  <a:srgbClr val="002A58"/>
                </a:solidFill>
                <a:latin typeface="Tahoma"/>
                <a:cs typeface="Tahoma"/>
              </a:rPr>
              <a:t>scale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0">
                <a:solidFill>
                  <a:srgbClr val="002A58"/>
                </a:solidFill>
                <a:latin typeface="Tahoma"/>
                <a:cs typeface="Tahoma"/>
              </a:rPr>
              <a:t>data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75">
                <a:solidFill>
                  <a:srgbClr val="002A58"/>
                </a:solidFill>
                <a:latin typeface="Tahoma"/>
                <a:cs typeface="Tahoma"/>
              </a:rPr>
              <a:t>efficiently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4">
                <a:solidFill>
                  <a:srgbClr val="002A58"/>
                </a:solidFill>
                <a:latin typeface="Tahoma"/>
                <a:cs typeface="Tahoma"/>
              </a:rPr>
              <a:t>is </a:t>
            </a:r>
            <a:r>
              <a:rPr dirty="0" sz="2950" spc="135">
                <a:solidFill>
                  <a:srgbClr val="002A58"/>
                </a:solidFill>
                <a:latin typeface="Tahoma"/>
                <a:cs typeface="Tahoma"/>
              </a:rPr>
              <a:t>challenging.</a:t>
            </a:r>
            <a:endParaRPr sz="2950">
              <a:latin typeface="Tahoma"/>
              <a:cs typeface="Tahoma"/>
            </a:endParaRPr>
          </a:p>
          <a:p>
            <a:pPr marL="12700" marR="314325" indent="93345">
              <a:lnSpc>
                <a:spcPct val="116500"/>
              </a:lnSpc>
            </a:pPr>
            <a:r>
              <a:rPr dirty="0" sz="2950" spc="170">
                <a:solidFill>
                  <a:srgbClr val="002A58"/>
                </a:solidFill>
                <a:latin typeface="Tahoma"/>
                <a:cs typeface="Tahoma"/>
              </a:rPr>
              <a:t>Duplicate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5">
                <a:solidFill>
                  <a:srgbClr val="002A58"/>
                </a:solidFill>
                <a:latin typeface="Tahoma"/>
                <a:cs typeface="Tahoma"/>
              </a:rPr>
              <a:t>related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50">
                <a:solidFill>
                  <a:srgbClr val="002A58"/>
                </a:solidFill>
                <a:latin typeface="Tahoma"/>
                <a:cs typeface="Tahoma"/>
              </a:rPr>
              <a:t>content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55">
                <a:solidFill>
                  <a:srgbClr val="002A58"/>
                </a:solidFill>
                <a:latin typeface="Tahoma"/>
                <a:cs typeface="Tahoma"/>
              </a:rPr>
              <a:t>can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50">
                <a:solidFill>
                  <a:srgbClr val="002A58"/>
                </a:solidFill>
                <a:latin typeface="Tahoma"/>
                <a:cs typeface="Tahoma"/>
              </a:rPr>
              <a:t>make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5">
                <a:solidFill>
                  <a:srgbClr val="002A58"/>
                </a:solidFill>
                <a:latin typeface="Tahoma"/>
                <a:cs typeface="Tahoma"/>
              </a:rPr>
              <a:t>information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processing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90">
                <a:solidFill>
                  <a:srgbClr val="002A58"/>
                </a:solidFill>
                <a:latin typeface="Tahoma"/>
                <a:cs typeface="Tahoma"/>
              </a:rPr>
              <a:t>more </a:t>
            </a:r>
            <a:r>
              <a:rPr dirty="0" sz="2950" spc="160">
                <a:solidFill>
                  <a:srgbClr val="002A58"/>
                </a:solidFill>
                <a:latin typeface="Tahoma"/>
                <a:cs typeface="Tahoma"/>
              </a:rPr>
              <a:t>difficult.</a:t>
            </a:r>
            <a:endParaRPr sz="2950">
              <a:latin typeface="Tahoma"/>
              <a:cs typeface="Tahoma"/>
            </a:endParaRPr>
          </a:p>
          <a:p>
            <a:pPr marL="12700" marR="876935" indent="93345">
              <a:lnSpc>
                <a:spcPct val="116500"/>
              </a:lnSpc>
            </a:pPr>
            <a:r>
              <a:rPr dirty="0" sz="2950" spc="70">
                <a:solidFill>
                  <a:srgbClr val="002A58"/>
                </a:solidFill>
                <a:latin typeface="Tahoma"/>
                <a:cs typeface="Tahoma"/>
              </a:rPr>
              <a:t>The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85">
                <a:solidFill>
                  <a:srgbClr val="002A58"/>
                </a:solidFill>
                <a:latin typeface="Tahoma"/>
                <a:cs typeface="Tahoma"/>
              </a:rPr>
              <a:t>proposed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0">
                <a:solidFill>
                  <a:srgbClr val="002A58"/>
                </a:solidFill>
                <a:latin typeface="Tahoma"/>
                <a:cs typeface="Tahoma"/>
              </a:rPr>
              <a:t>system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00">
                <a:solidFill>
                  <a:srgbClr val="002A58"/>
                </a:solidFill>
                <a:latin typeface="Tahoma"/>
                <a:cs typeface="Tahoma"/>
              </a:rPr>
              <a:t>provides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60">
                <a:solidFill>
                  <a:srgbClr val="002A58"/>
                </a:solidFill>
                <a:latin typeface="Tahoma"/>
                <a:cs typeface="Tahoma"/>
              </a:rPr>
              <a:t>fast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20">
                <a:solidFill>
                  <a:srgbClr val="002A58"/>
                </a:solidFill>
                <a:latin typeface="Tahoma"/>
                <a:cs typeface="Tahoma"/>
              </a:rPr>
              <a:t>searching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65">
                <a:solidFill>
                  <a:srgbClr val="002A58"/>
                </a:solidFill>
                <a:latin typeface="Tahoma"/>
                <a:cs typeface="Tahoma"/>
              </a:rPr>
              <a:t>efficient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0">
                <a:solidFill>
                  <a:srgbClr val="002A58"/>
                </a:solidFill>
                <a:latin typeface="Tahoma"/>
                <a:cs typeface="Tahoma"/>
              </a:rPr>
              <a:t>content </a:t>
            </a:r>
            <a:r>
              <a:rPr dirty="0" sz="2950" spc="100">
                <a:solidFill>
                  <a:srgbClr val="002A58"/>
                </a:solidFill>
                <a:latin typeface="Tahoma"/>
                <a:cs typeface="Tahoma"/>
              </a:rPr>
              <a:t>organization.</a:t>
            </a:r>
            <a:endParaRPr sz="2950">
              <a:latin typeface="Tahoma"/>
              <a:cs typeface="Tahoma"/>
            </a:endParaRPr>
          </a:p>
          <a:p>
            <a:pPr marL="12700" marR="15875" indent="93345">
              <a:lnSpc>
                <a:spcPct val="116500"/>
              </a:lnSpc>
            </a:pPr>
            <a:r>
              <a:rPr dirty="0" sz="2950" spc="370">
                <a:solidFill>
                  <a:srgbClr val="002A58"/>
                </a:solidFill>
                <a:latin typeface="Tahoma"/>
                <a:cs typeface="Tahoma"/>
              </a:rPr>
              <a:t>It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00">
                <a:solidFill>
                  <a:srgbClr val="002A58"/>
                </a:solidFill>
                <a:latin typeface="Tahoma"/>
                <a:cs typeface="Tahoma"/>
              </a:rPr>
              <a:t>uses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65">
                <a:solidFill>
                  <a:srgbClr val="002A58"/>
                </a:solidFill>
                <a:latin typeface="Tahoma"/>
                <a:cs typeface="Tahoma"/>
              </a:rPr>
              <a:t>Data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0">
                <a:solidFill>
                  <a:srgbClr val="002A58"/>
                </a:solidFill>
                <a:latin typeface="Tahoma"/>
                <a:cs typeface="Tahoma"/>
              </a:rPr>
              <a:t>Structures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60">
                <a:solidFill>
                  <a:srgbClr val="002A58"/>
                </a:solidFill>
                <a:latin typeface="Tahoma"/>
                <a:cs typeface="Tahoma"/>
              </a:rPr>
              <a:t>Algorithms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5">
                <a:solidFill>
                  <a:srgbClr val="002A58"/>
                </a:solidFill>
                <a:latin typeface="Tahoma"/>
                <a:cs typeface="Tahoma"/>
              </a:rPr>
              <a:t>to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4">
                <a:solidFill>
                  <a:srgbClr val="002A58"/>
                </a:solidFill>
                <a:latin typeface="Tahoma"/>
                <a:cs typeface="Tahoma"/>
              </a:rPr>
              <a:t>improve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0">
                <a:solidFill>
                  <a:srgbClr val="002A58"/>
                </a:solidFill>
                <a:latin typeface="Tahoma"/>
                <a:cs typeface="Tahoma"/>
              </a:rPr>
              <a:t>data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processing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85">
                <a:solidFill>
                  <a:srgbClr val="002A58"/>
                </a:solidFill>
                <a:latin typeface="Tahoma"/>
                <a:cs typeface="Tahoma"/>
              </a:rPr>
              <a:t>and </a:t>
            </a:r>
            <a:r>
              <a:rPr dirty="0" sz="2950" spc="120">
                <a:solidFill>
                  <a:srgbClr val="002A58"/>
                </a:solidFill>
                <a:latin typeface="Tahoma"/>
                <a:cs typeface="Tahoma"/>
              </a:rPr>
              <a:t>retrieval.</a:t>
            </a:r>
            <a:endParaRPr sz="2950">
              <a:latin typeface="Tahoma"/>
              <a:cs typeface="Tahoma"/>
            </a:endParaRPr>
          </a:p>
          <a:p>
            <a:pPr algn="just" marL="12700" marR="5080" indent="93345">
              <a:lnSpc>
                <a:spcPct val="116500"/>
              </a:lnSpc>
              <a:spcBef>
                <a:spcPts val="5"/>
              </a:spcBef>
            </a:pPr>
            <a:r>
              <a:rPr dirty="0" sz="2950" spc="70">
                <a:solidFill>
                  <a:srgbClr val="002A58"/>
                </a:solidFill>
                <a:latin typeface="Tahoma"/>
                <a:cs typeface="Tahoma"/>
              </a:rPr>
              <a:t>The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0">
                <a:solidFill>
                  <a:srgbClr val="002A58"/>
                </a:solidFill>
                <a:latin typeface="Tahoma"/>
                <a:cs typeface="Tahoma"/>
              </a:rPr>
              <a:t>system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05">
                <a:solidFill>
                  <a:srgbClr val="002A58"/>
                </a:solidFill>
                <a:latin typeface="Tahoma"/>
                <a:cs typeface="Tahoma"/>
              </a:rPr>
              <a:t>supports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50">
                <a:solidFill>
                  <a:srgbClr val="002A58"/>
                </a:solidFill>
                <a:latin typeface="Tahoma"/>
                <a:cs typeface="Tahoma"/>
              </a:rPr>
              <a:t>content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5">
                <a:solidFill>
                  <a:srgbClr val="002A58"/>
                </a:solidFill>
                <a:latin typeface="Tahoma"/>
                <a:cs typeface="Tahoma"/>
              </a:rPr>
              <a:t>clustering,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20">
                <a:solidFill>
                  <a:srgbClr val="002A58"/>
                </a:solidFill>
                <a:latin typeface="Tahoma"/>
                <a:cs typeface="Tahoma"/>
              </a:rPr>
              <a:t>prioritization,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00">
                <a:solidFill>
                  <a:srgbClr val="002A58"/>
                </a:solidFill>
                <a:latin typeface="Tahoma"/>
                <a:cs typeface="Tahoma"/>
              </a:rPr>
              <a:t>moderation. </a:t>
            </a:r>
            <a:r>
              <a:rPr dirty="0" sz="2950" spc="370">
                <a:solidFill>
                  <a:srgbClr val="002A58"/>
                </a:solidFill>
                <a:latin typeface="Tahoma"/>
                <a:cs typeface="Tahoma"/>
              </a:rPr>
              <a:t>It</a:t>
            </a:r>
            <a:r>
              <a:rPr dirty="0" sz="2950" spc="-18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50">
                <a:solidFill>
                  <a:srgbClr val="002A58"/>
                </a:solidFill>
                <a:latin typeface="Tahoma"/>
                <a:cs typeface="Tahoma"/>
              </a:rPr>
              <a:t>aims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5">
                <a:solidFill>
                  <a:srgbClr val="002A58"/>
                </a:solidFill>
                <a:latin typeface="Tahoma"/>
                <a:cs typeface="Tahoma"/>
              </a:rPr>
              <a:t>to</a:t>
            </a:r>
            <a:r>
              <a:rPr dirty="0" sz="2950" spc="-18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00">
                <a:solidFill>
                  <a:srgbClr val="002A58"/>
                </a:solidFill>
                <a:latin typeface="Tahoma"/>
                <a:cs typeface="Tahoma"/>
              </a:rPr>
              <a:t>provide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5">
                <a:solidFill>
                  <a:srgbClr val="002A58"/>
                </a:solidFill>
                <a:latin typeface="Tahoma"/>
                <a:cs typeface="Tahoma"/>
              </a:rPr>
              <a:t>faster</a:t>
            </a:r>
            <a:r>
              <a:rPr dirty="0" sz="2950" spc="-18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more</a:t>
            </a:r>
            <a:r>
              <a:rPr dirty="0" sz="2950" spc="-18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65">
                <a:solidFill>
                  <a:srgbClr val="002A58"/>
                </a:solidFill>
                <a:latin typeface="Tahoma"/>
                <a:cs typeface="Tahoma"/>
              </a:rPr>
              <a:t>efficient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50">
                <a:solidFill>
                  <a:srgbClr val="002A58"/>
                </a:solidFill>
                <a:latin typeface="Tahoma"/>
                <a:cs typeface="Tahoma"/>
              </a:rPr>
              <a:t>analysis</a:t>
            </a:r>
            <a:r>
              <a:rPr dirty="0" sz="2950" spc="-18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5">
                <a:solidFill>
                  <a:srgbClr val="002A58"/>
                </a:solidFill>
                <a:latin typeface="Tahoma"/>
                <a:cs typeface="Tahoma"/>
              </a:rPr>
              <a:t>of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news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8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60">
                <a:solidFill>
                  <a:srgbClr val="002A58"/>
                </a:solidFill>
                <a:latin typeface="Tahoma"/>
                <a:cs typeface="Tahoma"/>
              </a:rPr>
              <a:t>social </a:t>
            </a:r>
            <a:r>
              <a:rPr dirty="0" sz="2950" spc="140">
                <a:solidFill>
                  <a:srgbClr val="002A58"/>
                </a:solidFill>
                <a:latin typeface="Tahoma"/>
                <a:cs typeface="Tahoma"/>
              </a:rPr>
              <a:t>media</a:t>
            </a:r>
            <a:r>
              <a:rPr dirty="0" sz="2950" spc="-18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95">
                <a:solidFill>
                  <a:srgbClr val="002A58"/>
                </a:solidFill>
                <a:latin typeface="Tahoma"/>
                <a:cs typeface="Tahoma"/>
              </a:rPr>
              <a:t>data.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2" name="object 4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300" rIns="0" bIns="0" rtlCol="0" vert="horz">
            <a:spAutoFit/>
          </a:bodyPr>
          <a:lstStyle/>
          <a:p>
            <a:pPr marL="1577340">
              <a:lnSpc>
                <a:spcPct val="100000"/>
              </a:lnSpc>
              <a:spcBef>
                <a:spcPts val="135"/>
              </a:spcBef>
            </a:pPr>
            <a:r>
              <a:rPr dirty="0" spc="894"/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693861" y="6797071"/>
            <a:ext cx="3594735" cy="3489960"/>
            <a:chOff x="14693861" y="6797071"/>
            <a:chExt cx="3594735" cy="3489960"/>
          </a:xfrm>
        </p:grpSpPr>
        <p:sp>
          <p:nvSpPr>
            <p:cNvPr id="3" name="object 3"/>
            <p:cNvSpPr/>
            <p:nvPr/>
          </p:nvSpPr>
          <p:spPr>
            <a:xfrm>
              <a:off x="15783333" y="6797071"/>
              <a:ext cx="2505075" cy="2686685"/>
            </a:xfrm>
            <a:custGeom>
              <a:avLst/>
              <a:gdLst/>
              <a:ahLst/>
              <a:cxnLst/>
              <a:rect l="l" t="t" r="r" b="b"/>
              <a:pathLst>
                <a:path w="2505075" h="2686684">
                  <a:moveTo>
                    <a:pt x="0" y="2686248"/>
                  </a:moveTo>
                  <a:lnTo>
                    <a:pt x="2504667" y="2443720"/>
                  </a:lnTo>
                  <a:lnTo>
                    <a:pt x="2504667" y="0"/>
                  </a:lnTo>
                  <a:lnTo>
                    <a:pt x="2443463" y="49526"/>
                  </a:lnTo>
                  <a:lnTo>
                    <a:pt x="2411292" y="76489"/>
                  </a:lnTo>
                  <a:lnTo>
                    <a:pt x="2379320" y="103901"/>
                  </a:lnTo>
                  <a:lnTo>
                    <a:pt x="2347545" y="131749"/>
                  </a:lnTo>
                  <a:lnTo>
                    <a:pt x="2315964" y="160020"/>
                  </a:lnTo>
                  <a:lnTo>
                    <a:pt x="2284572" y="188701"/>
                  </a:lnTo>
                  <a:lnTo>
                    <a:pt x="2222344" y="247238"/>
                  </a:lnTo>
                  <a:lnTo>
                    <a:pt x="2160833" y="307254"/>
                  </a:lnTo>
                  <a:lnTo>
                    <a:pt x="2100012" y="368644"/>
                  </a:lnTo>
                  <a:lnTo>
                    <a:pt x="2039854" y="431300"/>
                  </a:lnTo>
                  <a:lnTo>
                    <a:pt x="1980330" y="495116"/>
                  </a:lnTo>
                  <a:lnTo>
                    <a:pt x="1921414" y="559987"/>
                  </a:lnTo>
                  <a:lnTo>
                    <a:pt x="1863078" y="625807"/>
                  </a:lnTo>
                  <a:lnTo>
                    <a:pt x="1805294" y="692468"/>
                  </a:lnTo>
                  <a:lnTo>
                    <a:pt x="1748034" y="759866"/>
                  </a:lnTo>
                  <a:lnTo>
                    <a:pt x="1663067" y="862109"/>
                  </a:lnTo>
                  <a:lnTo>
                    <a:pt x="1579126" y="965412"/>
                  </a:lnTo>
                  <a:lnTo>
                    <a:pt x="1468638" y="1104176"/>
                  </a:lnTo>
                  <a:lnTo>
                    <a:pt x="1012422" y="1688072"/>
                  </a:lnTo>
                  <a:lnTo>
                    <a:pt x="907013" y="1819437"/>
                  </a:lnTo>
                  <a:lnTo>
                    <a:pt x="828151" y="1915341"/>
                  </a:lnTo>
                  <a:lnTo>
                    <a:pt x="749353" y="2008601"/>
                  </a:lnTo>
                  <a:lnTo>
                    <a:pt x="696810" y="2069129"/>
                  </a:lnTo>
                  <a:lnTo>
                    <a:pt x="644226" y="2128216"/>
                  </a:lnTo>
                  <a:lnTo>
                    <a:pt x="591574" y="2185756"/>
                  </a:lnTo>
                  <a:lnTo>
                    <a:pt x="538826" y="2241643"/>
                  </a:lnTo>
                  <a:lnTo>
                    <a:pt x="485954" y="2295771"/>
                  </a:lnTo>
                  <a:lnTo>
                    <a:pt x="432931" y="2348034"/>
                  </a:lnTo>
                  <a:lnTo>
                    <a:pt x="379729" y="2398325"/>
                  </a:lnTo>
                  <a:lnTo>
                    <a:pt x="326322" y="2446539"/>
                  </a:lnTo>
                  <a:lnTo>
                    <a:pt x="272680" y="2492569"/>
                  </a:lnTo>
                  <a:lnTo>
                    <a:pt x="218777" y="2536310"/>
                  </a:lnTo>
                  <a:lnTo>
                    <a:pt x="164585" y="2577654"/>
                  </a:lnTo>
                  <a:lnTo>
                    <a:pt x="110077" y="2616495"/>
                  </a:lnTo>
                  <a:lnTo>
                    <a:pt x="55224" y="2652729"/>
                  </a:lnTo>
                  <a:lnTo>
                    <a:pt x="27660" y="2669834"/>
                  </a:lnTo>
                  <a:lnTo>
                    <a:pt x="0" y="2686248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93861" y="7412780"/>
              <a:ext cx="3594139" cy="28742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57815" y="8034904"/>
              <a:ext cx="3430184" cy="225209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539303" y="8950118"/>
              <a:ext cx="1748789" cy="1337310"/>
            </a:xfrm>
            <a:custGeom>
              <a:avLst/>
              <a:gdLst/>
              <a:ahLst/>
              <a:cxnLst/>
              <a:rect l="l" t="t" r="r" b="b"/>
              <a:pathLst>
                <a:path w="1748790" h="1337309">
                  <a:moveTo>
                    <a:pt x="0" y="1336881"/>
                  </a:moveTo>
                  <a:lnTo>
                    <a:pt x="1748697" y="1336881"/>
                  </a:lnTo>
                  <a:lnTo>
                    <a:pt x="1748697" y="0"/>
                  </a:lnTo>
                  <a:lnTo>
                    <a:pt x="1663943" y="62759"/>
                  </a:lnTo>
                  <a:lnTo>
                    <a:pt x="1561678" y="140327"/>
                  </a:lnTo>
                  <a:lnTo>
                    <a:pt x="1350350" y="304965"/>
                  </a:lnTo>
                  <a:lnTo>
                    <a:pt x="772632" y="762251"/>
                  </a:lnTo>
                  <a:lnTo>
                    <a:pt x="561023" y="925833"/>
                  </a:lnTo>
                  <a:lnTo>
                    <a:pt x="383767" y="1059601"/>
                  </a:lnTo>
                  <a:lnTo>
                    <a:pt x="245852" y="1161294"/>
                  </a:lnTo>
                  <a:lnTo>
                    <a:pt x="103442" y="1263928"/>
                  </a:lnTo>
                  <a:lnTo>
                    <a:pt x="0" y="1336881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19203" y="9255326"/>
              <a:ext cx="1668797" cy="10316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94882" y="9452646"/>
              <a:ext cx="1493118" cy="834353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0" y="0"/>
            <a:ext cx="4994275" cy="4298315"/>
            <a:chOff x="0" y="0"/>
            <a:chExt cx="4994275" cy="4298315"/>
          </a:xfrm>
        </p:grpSpPr>
        <p:sp>
          <p:nvSpPr>
            <p:cNvPr id="10" name="object 10"/>
            <p:cNvSpPr/>
            <p:nvPr/>
          </p:nvSpPr>
          <p:spPr>
            <a:xfrm>
              <a:off x="0" y="1252816"/>
              <a:ext cx="3096260" cy="3045460"/>
            </a:xfrm>
            <a:custGeom>
              <a:avLst/>
              <a:gdLst/>
              <a:ahLst/>
              <a:cxnLst/>
              <a:rect l="l" t="t" r="r" b="b"/>
              <a:pathLst>
                <a:path w="3096260" h="3045460">
                  <a:moveTo>
                    <a:pt x="3096071" y="0"/>
                  </a:moveTo>
                  <a:lnTo>
                    <a:pt x="0" y="299793"/>
                  </a:lnTo>
                  <a:lnTo>
                    <a:pt x="0" y="3045430"/>
                  </a:lnTo>
                  <a:lnTo>
                    <a:pt x="35376" y="3030070"/>
                  </a:lnTo>
                  <a:lnTo>
                    <a:pt x="71739" y="3013467"/>
                  </a:lnTo>
                  <a:lnTo>
                    <a:pt x="107839" y="2996174"/>
                  </a:lnTo>
                  <a:lnTo>
                    <a:pt x="143681" y="2978207"/>
                  </a:lnTo>
                  <a:lnTo>
                    <a:pt x="179267" y="2959578"/>
                  </a:lnTo>
                  <a:lnTo>
                    <a:pt x="214602" y="2940301"/>
                  </a:lnTo>
                  <a:lnTo>
                    <a:pt x="249688" y="2920388"/>
                  </a:lnTo>
                  <a:lnTo>
                    <a:pt x="284529" y="2899854"/>
                  </a:lnTo>
                  <a:lnTo>
                    <a:pt x="319129" y="2878710"/>
                  </a:lnTo>
                  <a:lnTo>
                    <a:pt x="353491" y="2856972"/>
                  </a:lnTo>
                  <a:lnTo>
                    <a:pt x="387619" y="2834651"/>
                  </a:lnTo>
                  <a:lnTo>
                    <a:pt x="421515" y="2811761"/>
                  </a:lnTo>
                  <a:lnTo>
                    <a:pt x="455183" y="2788316"/>
                  </a:lnTo>
                  <a:lnTo>
                    <a:pt x="488628" y="2764329"/>
                  </a:lnTo>
                  <a:lnTo>
                    <a:pt x="521851" y="2739812"/>
                  </a:lnTo>
                  <a:lnTo>
                    <a:pt x="554858" y="2714780"/>
                  </a:lnTo>
                  <a:lnTo>
                    <a:pt x="587650" y="2689245"/>
                  </a:lnTo>
                  <a:lnTo>
                    <a:pt x="620232" y="2663221"/>
                  </a:lnTo>
                  <a:lnTo>
                    <a:pt x="652607" y="2636721"/>
                  </a:lnTo>
                  <a:lnTo>
                    <a:pt x="684779" y="2609758"/>
                  </a:lnTo>
                  <a:lnTo>
                    <a:pt x="716750" y="2582346"/>
                  </a:lnTo>
                  <a:lnTo>
                    <a:pt x="748525" y="2554498"/>
                  </a:lnTo>
                  <a:lnTo>
                    <a:pt x="780107" y="2526227"/>
                  </a:lnTo>
                  <a:lnTo>
                    <a:pt x="811498" y="2497546"/>
                  </a:lnTo>
                  <a:lnTo>
                    <a:pt x="873727" y="2439009"/>
                  </a:lnTo>
                  <a:lnTo>
                    <a:pt x="935237" y="2378993"/>
                  </a:lnTo>
                  <a:lnTo>
                    <a:pt x="996058" y="2317604"/>
                  </a:lnTo>
                  <a:lnTo>
                    <a:pt x="1056216" y="2254948"/>
                  </a:lnTo>
                  <a:lnTo>
                    <a:pt x="1115740" y="2191131"/>
                  </a:lnTo>
                  <a:lnTo>
                    <a:pt x="1174656" y="2126260"/>
                  </a:lnTo>
                  <a:lnTo>
                    <a:pt x="1232992" y="2060440"/>
                  </a:lnTo>
                  <a:lnTo>
                    <a:pt x="1290777" y="1993779"/>
                  </a:lnTo>
                  <a:lnTo>
                    <a:pt x="1348036" y="1926382"/>
                  </a:lnTo>
                  <a:lnTo>
                    <a:pt x="1433003" y="1824138"/>
                  </a:lnTo>
                  <a:lnTo>
                    <a:pt x="1516944" y="1720835"/>
                  </a:lnTo>
                  <a:lnTo>
                    <a:pt x="1627432" y="1582071"/>
                  </a:lnTo>
                  <a:lnTo>
                    <a:pt x="2083648" y="998175"/>
                  </a:lnTo>
                  <a:lnTo>
                    <a:pt x="2189057" y="866810"/>
                  </a:lnTo>
                  <a:lnTo>
                    <a:pt x="2267919" y="770906"/>
                  </a:lnTo>
                  <a:lnTo>
                    <a:pt x="2346717" y="677646"/>
                  </a:lnTo>
                  <a:lnTo>
                    <a:pt x="2399260" y="617118"/>
                  </a:lnTo>
                  <a:lnTo>
                    <a:pt x="2451844" y="558032"/>
                  </a:lnTo>
                  <a:lnTo>
                    <a:pt x="2504497" y="500491"/>
                  </a:lnTo>
                  <a:lnTo>
                    <a:pt x="2557245" y="444604"/>
                  </a:lnTo>
                  <a:lnTo>
                    <a:pt x="2610116" y="390476"/>
                  </a:lnTo>
                  <a:lnTo>
                    <a:pt x="2663139" y="338213"/>
                  </a:lnTo>
                  <a:lnTo>
                    <a:pt x="2716341" y="287922"/>
                  </a:lnTo>
                  <a:lnTo>
                    <a:pt x="2769749" y="239708"/>
                  </a:lnTo>
                  <a:lnTo>
                    <a:pt x="2823390" y="193678"/>
                  </a:lnTo>
                  <a:lnTo>
                    <a:pt x="2877293" y="149938"/>
                  </a:lnTo>
                  <a:lnTo>
                    <a:pt x="2931485" y="108594"/>
                  </a:lnTo>
                  <a:lnTo>
                    <a:pt x="2985994" y="69752"/>
                  </a:lnTo>
                  <a:lnTo>
                    <a:pt x="3040846" y="33518"/>
                  </a:lnTo>
                  <a:lnTo>
                    <a:pt x="3068410" y="16413"/>
                  </a:lnTo>
                  <a:lnTo>
                    <a:pt x="3096071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4994095" cy="359957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4851945" cy="290936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0"/>
              <a:ext cx="3027045" cy="2160270"/>
            </a:xfrm>
            <a:custGeom>
              <a:avLst/>
              <a:gdLst/>
              <a:ahLst/>
              <a:cxnLst/>
              <a:rect l="l" t="t" r="r" b="b"/>
              <a:pathLst>
                <a:path w="3027045" h="2160270">
                  <a:moveTo>
                    <a:pt x="3026945" y="0"/>
                  </a:moveTo>
                  <a:lnTo>
                    <a:pt x="0" y="0"/>
                  </a:lnTo>
                  <a:lnTo>
                    <a:pt x="0" y="2160148"/>
                  </a:lnTo>
                  <a:lnTo>
                    <a:pt x="35074" y="2142232"/>
                  </a:lnTo>
                  <a:lnTo>
                    <a:pt x="96973" y="2108990"/>
                  </a:lnTo>
                  <a:lnTo>
                    <a:pt x="159199" y="2073659"/>
                  </a:lnTo>
                  <a:lnTo>
                    <a:pt x="221812" y="2036302"/>
                  </a:lnTo>
                  <a:lnTo>
                    <a:pt x="284874" y="1996980"/>
                  </a:lnTo>
                  <a:lnTo>
                    <a:pt x="348448" y="1955756"/>
                  </a:lnTo>
                  <a:lnTo>
                    <a:pt x="380446" y="1934449"/>
                  </a:lnTo>
                  <a:lnTo>
                    <a:pt x="412595" y="1912690"/>
                  </a:lnTo>
                  <a:lnTo>
                    <a:pt x="477378" y="1867846"/>
                  </a:lnTo>
                  <a:lnTo>
                    <a:pt x="542858" y="1821285"/>
                  </a:lnTo>
                  <a:lnTo>
                    <a:pt x="609097" y="1773068"/>
                  </a:lnTo>
                  <a:lnTo>
                    <a:pt x="710014" y="1697774"/>
                  </a:lnTo>
                  <a:lnTo>
                    <a:pt x="847806" y="1592167"/>
                  </a:lnTo>
                  <a:lnTo>
                    <a:pt x="1608946" y="991413"/>
                  </a:lnTo>
                  <a:lnTo>
                    <a:pt x="1822704" y="826960"/>
                  </a:lnTo>
                  <a:lnTo>
                    <a:pt x="2001818" y="692636"/>
                  </a:lnTo>
                  <a:lnTo>
                    <a:pt x="2141208" y="590606"/>
                  </a:lnTo>
                  <a:lnTo>
                    <a:pt x="2285162" y="487705"/>
                  </a:lnTo>
                  <a:lnTo>
                    <a:pt x="2433890" y="384141"/>
                  </a:lnTo>
                  <a:lnTo>
                    <a:pt x="2535797" y="314835"/>
                  </a:lnTo>
                  <a:lnTo>
                    <a:pt x="2639981" y="245388"/>
                  </a:lnTo>
                  <a:lnTo>
                    <a:pt x="2746503" y="175864"/>
                  </a:lnTo>
                  <a:lnTo>
                    <a:pt x="2855425" y="106324"/>
                  </a:lnTo>
                  <a:lnTo>
                    <a:pt x="2966809" y="36830"/>
                  </a:lnTo>
                  <a:lnTo>
                    <a:pt x="3026945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3054049" cy="171241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2926772" cy="149332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0"/>
              <a:ext cx="1071245" cy="335915"/>
            </a:xfrm>
            <a:custGeom>
              <a:avLst/>
              <a:gdLst/>
              <a:ahLst/>
              <a:cxnLst/>
              <a:rect l="l" t="t" r="r" b="b"/>
              <a:pathLst>
                <a:path w="1071245" h="335915">
                  <a:moveTo>
                    <a:pt x="1071015" y="0"/>
                  </a:moveTo>
                  <a:lnTo>
                    <a:pt x="0" y="0"/>
                  </a:lnTo>
                  <a:lnTo>
                    <a:pt x="0" y="335558"/>
                  </a:lnTo>
                  <a:lnTo>
                    <a:pt x="67096" y="321978"/>
                  </a:lnTo>
                  <a:lnTo>
                    <a:pt x="176491" y="297098"/>
                  </a:lnTo>
                  <a:lnTo>
                    <a:pt x="248548" y="278956"/>
                  </a:lnTo>
                  <a:lnTo>
                    <a:pt x="320011" y="259656"/>
                  </a:lnTo>
                  <a:lnTo>
                    <a:pt x="390968" y="239270"/>
                  </a:lnTo>
                  <a:lnTo>
                    <a:pt x="461510" y="217871"/>
                  </a:lnTo>
                  <a:lnTo>
                    <a:pt x="531724" y="195532"/>
                  </a:lnTo>
                  <a:lnTo>
                    <a:pt x="636630" y="160423"/>
                  </a:lnTo>
                  <a:lnTo>
                    <a:pt x="776193" y="111003"/>
                  </a:lnTo>
                  <a:lnTo>
                    <a:pt x="1071015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8348" y="11"/>
              <a:ext cx="606425" cy="175260"/>
            </a:xfrm>
            <a:custGeom>
              <a:avLst/>
              <a:gdLst/>
              <a:ahLst/>
              <a:cxnLst/>
              <a:rect l="l" t="t" r="r" b="b"/>
              <a:pathLst>
                <a:path w="606425" h="175260">
                  <a:moveTo>
                    <a:pt x="73012" y="145440"/>
                  </a:moveTo>
                  <a:lnTo>
                    <a:pt x="59994" y="109550"/>
                  </a:lnTo>
                  <a:lnTo>
                    <a:pt x="36499" y="102222"/>
                  </a:lnTo>
                  <a:lnTo>
                    <a:pt x="34480" y="100203"/>
                  </a:lnTo>
                  <a:lnTo>
                    <a:pt x="32461" y="100203"/>
                  </a:lnTo>
                  <a:lnTo>
                    <a:pt x="28422" y="102222"/>
                  </a:lnTo>
                  <a:lnTo>
                    <a:pt x="14909" y="108038"/>
                  </a:lnTo>
                  <a:lnTo>
                    <a:pt x="5168" y="118427"/>
                  </a:lnTo>
                  <a:lnTo>
                    <a:pt x="0" y="131800"/>
                  </a:lnTo>
                  <a:lnTo>
                    <a:pt x="127" y="146710"/>
                  </a:lnTo>
                  <a:lnTo>
                    <a:pt x="5943" y="160235"/>
                  </a:lnTo>
                  <a:lnTo>
                    <a:pt x="16294" y="169964"/>
                  </a:lnTo>
                  <a:lnTo>
                    <a:pt x="29679" y="175145"/>
                  </a:lnTo>
                  <a:lnTo>
                    <a:pt x="44297" y="175145"/>
                  </a:lnTo>
                  <a:lnTo>
                    <a:pt x="58102" y="169202"/>
                  </a:lnTo>
                  <a:lnTo>
                    <a:pt x="67830" y="158838"/>
                  </a:lnTo>
                  <a:lnTo>
                    <a:pt x="73012" y="145440"/>
                  </a:lnTo>
                  <a:close/>
                </a:path>
                <a:path w="606425" h="175260">
                  <a:moveTo>
                    <a:pt x="81076" y="0"/>
                  </a:moveTo>
                  <a:lnTo>
                    <a:pt x="15570" y="0"/>
                  </a:lnTo>
                  <a:lnTo>
                    <a:pt x="19773" y="9423"/>
                  </a:lnTo>
                  <a:lnTo>
                    <a:pt x="29438" y="18554"/>
                  </a:lnTo>
                  <a:lnTo>
                    <a:pt x="42125" y="23520"/>
                  </a:lnTo>
                  <a:lnTo>
                    <a:pt x="56375" y="23520"/>
                  </a:lnTo>
                  <a:lnTo>
                    <a:pt x="69062" y="17576"/>
                  </a:lnTo>
                  <a:lnTo>
                    <a:pt x="78193" y="7442"/>
                  </a:lnTo>
                  <a:lnTo>
                    <a:pt x="81076" y="0"/>
                  </a:lnTo>
                  <a:close/>
                </a:path>
                <a:path w="606425" h="175260">
                  <a:moveTo>
                    <a:pt x="256057" y="99822"/>
                  </a:moveTo>
                  <a:lnTo>
                    <a:pt x="230327" y="59880"/>
                  </a:lnTo>
                  <a:lnTo>
                    <a:pt x="218389" y="57734"/>
                  </a:lnTo>
                  <a:lnTo>
                    <a:pt x="208292" y="57734"/>
                  </a:lnTo>
                  <a:lnTo>
                    <a:pt x="194805" y="64719"/>
                  </a:lnTo>
                  <a:lnTo>
                    <a:pt x="185293" y="75679"/>
                  </a:lnTo>
                  <a:lnTo>
                    <a:pt x="180721" y="89306"/>
                  </a:lnTo>
                  <a:lnTo>
                    <a:pt x="182016" y="104241"/>
                  </a:lnTo>
                  <a:lnTo>
                    <a:pt x="188988" y="117741"/>
                  </a:lnTo>
                  <a:lnTo>
                    <a:pt x="199948" y="127241"/>
                  </a:lnTo>
                  <a:lnTo>
                    <a:pt x="213563" y="131826"/>
                  </a:lnTo>
                  <a:lnTo>
                    <a:pt x="228498" y="130530"/>
                  </a:lnTo>
                  <a:lnTo>
                    <a:pt x="241973" y="123583"/>
                  </a:lnTo>
                  <a:lnTo>
                    <a:pt x="251485" y="112839"/>
                  </a:lnTo>
                  <a:lnTo>
                    <a:pt x="256057" y="99822"/>
                  </a:lnTo>
                  <a:close/>
                </a:path>
                <a:path w="606425" h="175260">
                  <a:moveTo>
                    <a:pt x="432206" y="46393"/>
                  </a:moveTo>
                  <a:lnTo>
                    <a:pt x="430593" y="31445"/>
                  </a:lnTo>
                  <a:lnTo>
                    <a:pt x="425475" y="20523"/>
                  </a:lnTo>
                  <a:lnTo>
                    <a:pt x="416953" y="12242"/>
                  </a:lnTo>
                  <a:lnTo>
                    <a:pt x="406539" y="7188"/>
                  </a:lnTo>
                  <a:lnTo>
                    <a:pt x="407377" y="7188"/>
                  </a:lnTo>
                  <a:lnTo>
                    <a:pt x="394208" y="5156"/>
                  </a:lnTo>
                  <a:lnTo>
                    <a:pt x="392188" y="5156"/>
                  </a:lnTo>
                  <a:lnTo>
                    <a:pt x="388150" y="7188"/>
                  </a:lnTo>
                  <a:lnTo>
                    <a:pt x="384111" y="7188"/>
                  </a:lnTo>
                  <a:lnTo>
                    <a:pt x="370941" y="14160"/>
                  </a:lnTo>
                  <a:lnTo>
                    <a:pt x="362127" y="25133"/>
                  </a:lnTo>
                  <a:lnTo>
                    <a:pt x="358241" y="38747"/>
                  </a:lnTo>
                  <a:lnTo>
                    <a:pt x="359854" y="53695"/>
                  </a:lnTo>
                  <a:lnTo>
                    <a:pt x="366839" y="66865"/>
                  </a:lnTo>
                  <a:lnTo>
                    <a:pt x="377799" y="75679"/>
                  </a:lnTo>
                  <a:lnTo>
                    <a:pt x="391401" y="79565"/>
                  </a:lnTo>
                  <a:lnTo>
                    <a:pt x="406336" y="77952"/>
                  </a:lnTo>
                  <a:lnTo>
                    <a:pt x="419506" y="70980"/>
                  </a:lnTo>
                  <a:lnTo>
                    <a:pt x="428320" y="60007"/>
                  </a:lnTo>
                  <a:lnTo>
                    <a:pt x="432206" y="46393"/>
                  </a:lnTo>
                  <a:close/>
                </a:path>
                <a:path w="606425" h="175260">
                  <a:moveTo>
                    <a:pt x="606056" y="0"/>
                  </a:moveTo>
                  <a:lnTo>
                    <a:pt x="539318" y="0"/>
                  </a:lnTo>
                  <a:lnTo>
                    <a:pt x="544969" y="10210"/>
                  </a:lnTo>
                  <a:lnTo>
                    <a:pt x="556399" y="18808"/>
                  </a:lnTo>
                  <a:lnTo>
                    <a:pt x="570103" y="22098"/>
                  </a:lnTo>
                  <a:lnTo>
                    <a:pt x="584187" y="19316"/>
                  </a:lnTo>
                  <a:lnTo>
                    <a:pt x="597319" y="12052"/>
                  </a:lnTo>
                  <a:lnTo>
                    <a:pt x="605904" y="609"/>
                  </a:lnTo>
                  <a:lnTo>
                    <a:pt x="606056" y="0"/>
                  </a:lnTo>
                  <a:close/>
                </a:path>
              </a:pathLst>
            </a:custGeom>
            <a:solidFill>
              <a:srgbClr val="2E4D6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14923720" y="0"/>
            <a:ext cx="3364865" cy="4344035"/>
            <a:chOff x="14923720" y="0"/>
            <a:chExt cx="3364865" cy="4344035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52683" y="0"/>
              <a:ext cx="2235315" cy="120394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47554" y="0"/>
              <a:ext cx="2540444" cy="127871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493668" y="0"/>
              <a:ext cx="2794330" cy="135422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89373" y="0"/>
              <a:ext cx="2998625" cy="143207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091460" y="0"/>
              <a:ext cx="3196538" cy="15192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923720" y="0"/>
              <a:ext cx="3364278" cy="160247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350710" y="0"/>
              <a:ext cx="2937288" cy="27178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965670" y="0"/>
              <a:ext cx="1322328" cy="40005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471936" y="0"/>
              <a:ext cx="1816062" cy="4343840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0" y="6811534"/>
            <a:ext cx="1978025" cy="3475990"/>
            <a:chOff x="0" y="6811534"/>
            <a:chExt cx="1978025" cy="3475990"/>
          </a:xfrm>
        </p:grpSpPr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0" y="8990089"/>
              <a:ext cx="1977882" cy="129691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0" y="8061798"/>
              <a:ext cx="1899787" cy="222520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0" y="6811534"/>
              <a:ext cx="1727195" cy="3475465"/>
            </a:xfrm>
            <a:prstGeom prst="rect">
              <a:avLst/>
            </a:prstGeom>
          </p:spPr>
        </p:pic>
      </p:grp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1800009" y="2784756"/>
          <a:ext cx="13067030" cy="7186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1200"/>
                <a:gridCol w="7161530"/>
              </a:tblGrid>
              <a:tr h="1075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25"/>
                        </a:spcBef>
                      </a:pPr>
                      <a:r>
                        <a:rPr dirty="0" sz="2800" spc="-10" b="1">
                          <a:latin typeface="Trebuchet MS"/>
                          <a:cs typeface="Trebuchet MS"/>
                        </a:rPr>
                        <a:t>Requirement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B="0" marT="32067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1915">
                        <a:lnSpc>
                          <a:spcPct val="100000"/>
                        </a:lnSpc>
                        <a:spcBef>
                          <a:spcPts val="2525"/>
                        </a:spcBef>
                      </a:pPr>
                      <a:r>
                        <a:rPr dirty="0" sz="2800" spc="70" b="1">
                          <a:latin typeface="Trebuchet MS"/>
                          <a:cs typeface="Trebuchet MS"/>
                        </a:rPr>
                        <a:t>Details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B="0" marT="32067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200" spc="90">
                          <a:latin typeface="Tahoma"/>
                          <a:cs typeface="Tahoma"/>
                        </a:rPr>
                        <a:t>Operating</a:t>
                      </a:r>
                      <a:r>
                        <a:rPr dirty="0" sz="2200" spc="-1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05">
                          <a:latin typeface="Tahoma"/>
                          <a:cs typeface="Tahoma"/>
                        </a:rPr>
                        <a:t>System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200" spc="80">
                          <a:latin typeface="Tahoma"/>
                          <a:cs typeface="Tahoma"/>
                        </a:rPr>
                        <a:t>Windows/</a:t>
                      </a:r>
                      <a:r>
                        <a:rPr dirty="0" sz="2200" spc="-1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80">
                          <a:latin typeface="Tahoma"/>
                          <a:cs typeface="Tahoma"/>
                        </a:rPr>
                        <a:t>Linux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200" spc="95">
                          <a:latin typeface="Tahoma"/>
                          <a:cs typeface="Tahoma"/>
                        </a:rPr>
                        <a:t>Programming</a:t>
                      </a:r>
                      <a:r>
                        <a:rPr dirty="0" sz="2200" spc="-9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70">
                          <a:latin typeface="Tahoma"/>
                          <a:cs typeface="Tahoma"/>
                        </a:rPr>
                        <a:t>Language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 marR="62230">
                        <a:lnSpc>
                          <a:spcPct val="100000"/>
                        </a:lnSpc>
                      </a:pPr>
                      <a:r>
                        <a:rPr dirty="0" sz="2200" spc="100">
                          <a:latin typeface="Tahoma"/>
                          <a:cs typeface="Tahoma"/>
                        </a:rPr>
                        <a:t>Python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200" spc="175">
                          <a:latin typeface="Tahoma"/>
                          <a:cs typeface="Tahoma"/>
                        </a:rPr>
                        <a:t>IDE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200" spc="125">
                          <a:latin typeface="Tahoma"/>
                          <a:cs typeface="Tahoma"/>
                        </a:rPr>
                        <a:t>Jupyter</a:t>
                      </a:r>
                      <a:r>
                        <a:rPr dirty="0" sz="2200" spc="-1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05">
                          <a:latin typeface="Tahoma"/>
                          <a:cs typeface="Tahoma"/>
                        </a:rPr>
                        <a:t>Notebook</a:t>
                      </a:r>
                      <a:r>
                        <a:rPr dirty="0" sz="2200" spc="-1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200" spc="-1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65">
                          <a:latin typeface="Tahoma"/>
                          <a:cs typeface="Tahoma"/>
                        </a:rPr>
                        <a:t>VS</a:t>
                      </a:r>
                      <a:r>
                        <a:rPr dirty="0" sz="22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85">
                          <a:latin typeface="Tahoma"/>
                          <a:cs typeface="Tahoma"/>
                        </a:rPr>
                        <a:t>Code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200" spc="80">
                          <a:latin typeface="Tahoma"/>
                          <a:cs typeface="Tahoma"/>
                        </a:rPr>
                        <a:t>Libraries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 marR="62230">
                        <a:lnSpc>
                          <a:spcPct val="100000"/>
                        </a:lnSpc>
                      </a:pPr>
                      <a:r>
                        <a:rPr dirty="0" sz="2200" spc="90">
                          <a:latin typeface="Tahoma"/>
                          <a:cs typeface="Tahoma"/>
                        </a:rPr>
                        <a:t>Pandas,</a:t>
                      </a:r>
                      <a:r>
                        <a:rPr dirty="0" sz="2200" spc="-1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10">
                          <a:latin typeface="Tahoma"/>
                          <a:cs typeface="Tahoma"/>
                        </a:rPr>
                        <a:t>NumPy,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200" spc="85">
                          <a:latin typeface="Tahoma"/>
                          <a:cs typeface="Tahoma"/>
                        </a:rPr>
                        <a:t>Database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200" spc="130">
                          <a:latin typeface="Tahoma"/>
                          <a:cs typeface="Tahoma"/>
                        </a:rPr>
                        <a:t>MySQL</a:t>
                      </a:r>
                      <a:r>
                        <a:rPr dirty="0" sz="2200" spc="-1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200" spc="-1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00">
                          <a:latin typeface="Tahoma"/>
                          <a:cs typeface="Tahoma"/>
                        </a:rPr>
                        <a:t>MongoDB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200" spc="90">
                          <a:latin typeface="Tahoma"/>
                          <a:cs typeface="Tahoma"/>
                        </a:rPr>
                        <a:t>Version</a:t>
                      </a:r>
                      <a:r>
                        <a:rPr dirty="0" sz="2200" spc="-1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14">
                          <a:latin typeface="Tahoma"/>
                          <a:cs typeface="Tahoma"/>
                        </a:rPr>
                        <a:t>Control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200" spc="165">
                          <a:latin typeface="Tahoma"/>
                          <a:cs typeface="Tahoma"/>
                        </a:rPr>
                        <a:t>Git</a:t>
                      </a:r>
                      <a:r>
                        <a:rPr dirty="0" sz="2200" spc="-1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14">
                          <a:latin typeface="Tahoma"/>
                          <a:cs typeface="Tahoma"/>
                        </a:rPr>
                        <a:t>&amp;</a:t>
                      </a:r>
                      <a:r>
                        <a:rPr dirty="0" sz="2200" spc="-1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20">
                          <a:latin typeface="Tahoma"/>
                          <a:cs typeface="Tahoma"/>
                        </a:rPr>
                        <a:t>GitHub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1872" rIns="0" bIns="0" rtlCol="0" vert="horz">
            <a:spAutoFit/>
          </a:bodyPr>
          <a:lstStyle/>
          <a:p>
            <a:pPr marL="236220">
              <a:lnSpc>
                <a:spcPct val="100000"/>
              </a:lnSpc>
              <a:spcBef>
                <a:spcPts val="135"/>
              </a:spcBef>
            </a:pPr>
            <a:r>
              <a:rPr dirty="0" spc="505"/>
              <a:t>SOFTWARE</a:t>
            </a:r>
            <a:r>
              <a:rPr dirty="0" spc="-375"/>
              <a:t> </a:t>
            </a:r>
            <a:r>
              <a:rPr dirty="0" spc="819"/>
              <a:t>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65210" y="5812559"/>
            <a:ext cx="5422900" cy="4474845"/>
            <a:chOff x="12865210" y="5812559"/>
            <a:chExt cx="5422900" cy="4474845"/>
          </a:xfrm>
        </p:grpSpPr>
        <p:sp>
          <p:nvSpPr>
            <p:cNvPr id="3" name="object 3"/>
            <p:cNvSpPr/>
            <p:nvPr/>
          </p:nvSpPr>
          <p:spPr>
            <a:xfrm>
              <a:off x="14992709" y="5812559"/>
              <a:ext cx="3295650" cy="3117850"/>
            </a:xfrm>
            <a:custGeom>
              <a:avLst/>
              <a:gdLst/>
              <a:ahLst/>
              <a:cxnLst/>
              <a:rect l="l" t="t" r="r" b="b"/>
              <a:pathLst>
                <a:path w="3295650" h="3117850">
                  <a:moveTo>
                    <a:pt x="0" y="3117693"/>
                  </a:moveTo>
                  <a:lnTo>
                    <a:pt x="3295290" y="2798608"/>
                  </a:lnTo>
                  <a:lnTo>
                    <a:pt x="3295290" y="0"/>
                  </a:lnTo>
                  <a:lnTo>
                    <a:pt x="3246559" y="15391"/>
                  </a:lnTo>
                  <a:lnTo>
                    <a:pt x="3208834" y="28355"/>
                  </a:lnTo>
                  <a:lnTo>
                    <a:pt x="3171389" y="42072"/>
                  </a:lnTo>
                  <a:lnTo>
                    <a:pt x="3134219" y="56532"/>
                  </a:lnTo>
                  <a:lnTo>
                    <a:pt x="3097322" y="71719"/>
                  </a:lnTo>
                  <a:lnTo>
                    <a:pt x="3060694" y="87622"/>
                  </a:lnTo>
                  <a:lnTo>
                    <a:pt x="3024331" y="104225"/>
                  </a:lnTo>
                  <a:lnTo>
                    <a:pt x="2988231" y="121518"/>
                  </a:lnTo>
                  <a:lnTo>
                    <a:pt x="2952390" y="139485"/>
                  </a:lnTo>
                  <a:lnTo>
                    <a:pt x="2916803" y="158114"/>
                  </a:lnTo>
                  <a:lnTo>
                    <a:pt x="2881469" y="177391"/>
                  </a:lnTo>
                  <a:lnTo>
                    <a:pt x="2846382" y="197304"/>
                  </a:lnTo>
                  <a:lnTo>
                    <a:pt x="2811541" y="217838"/>
                  </a:lnTo>
                  <a:lnTo>
                    <a:pt x="2776941" y="238982"/>
                  </a:lnTo>
                  <a:lnTo>
                    <a:pt x="2742579" y="260720"/>
                  </a:lnTo>
                  <a:lnTo>
                    <a:pt x="2708452" y="283041"/>
                  </a:lnTo>
                  <a:lnTo>
                    <a:pt x="2674555" y="305931"/>
                  </a:lnTo>
                  <a:lnTo>
                    <a:pt x="2640887" y="329376"/>
                  </a:lnTo>
                  <a:lnTo>
                    <a:pt x="2607442" y="353363"/>
                  </a:lnTo>
                  <a:lnTo>
                    <a:pt x="2574219" y="377880"/>
                  </a:lnTo>
                  <a:lnTo>
                    <a:pt x="2541213" y="402912"/>
                  </a:lnTo>
                  <a:lnTo>
                    <a:pt x="2508420" y="428447"/>
                  </a:lnTo>
                  <a:lnTo>
                    <a:pt x="2475838" y="454471"/>
                  </a:lnTo>
                  <a:lnTo>
                    <a:pt x="2443463" y="480971"/>
                  </a:lnTo>
                  <a:lnTo>
                    <a:pt x="2411292" y="507934"/>
                  </a:lnTo>
                  <a:lnTo>
                    <a:pt x="2379320" y="535346"/>
                  </a:lnTo>
                  <a:lnTo>
                    <a:pt x="2347545" y="563194"/>
                  </a:lnTo>
                  <a:lnTo>
                    <a:pt x="2315964" y="591465"/>
                  </a:lnTo>
                  <a:lnTo>
                    <a:pt x="2284572" y="620146"/>
                  </a:lnTo>
                  <a:lnTo>
                    <a:pt x="2222344" y="678683"/>
                  </a:lnTo>
                  <a:lnTo>
                    <a:pt x="2160833" y="738699"/>
                  </a:lnTo>
                  <a:lnTo>
                    <a:pt x="2100012" y="800088"/>
                  </a:lnTo>
                  <a:lnTo>
                    <a:pt x="2039854" y="862744"/>
                  </a:lnTo>
                  <a:lnTo>
                    <a:pt x="1980330" y="926561"/>
                  </a:lnTo>
                  <a:lnTo>
                    <a:pt x="1921414" y="991432"/>
                  </a:lnTo>
                  <a:lnTo>
                    <a:pt x="1863078" y="1057252"/>
                  </a:lnTo>
                  <a:lnTo>
                    <a:pt x="1805294" y="1123913"/>
                  </a:lnTo>
                  <a:lnTo>
                    <a:pt x="1748034" y="1191310"/>
                  </a:lnTo>
                  <a:lnTo>
                    <a:pt x="1663067" y="1293554"/>
                  </a:lnTo>
                  <a:lnTo>
                    <a:pt x="1579126" y="1396857"/>
                  </a:lnTo>
                  <a:lnTo>
                    <a:pt x="1468638" y="1535621"/>
                  </a:lnTo>
                  <a:lnTo>
                    <a:pt x="1012422" y="2119517"/>
                  </a:lnTo>
                  <a:lnTo>
                    <a:pt x="907013" y="2250882"/>
                  </a:lnTo>
                  <a:lnTo>
                    <a:pt x="828151" y="2346786"/>
                  </a:lnTo>
                  <a:lnTo>
                    <a:pt x="749353" y="2440046"/>
                  </a:lnTo>
                  <a:lnTo>
                    <a:pt x="696810" y="2500574"/>
                  </a:lnTo>
                  <a:lnTo>
                    <a:pt x="644226" y="2559660"/>
                  </a:lnTo>
                  <a:lnTo>
                    <a:pt x="591574" y="2617201"/>
                  </a:lnTo>
                  <a:lnTo>
                    <a:pt x="538826" y="2673088"/>
                  </a:lnTo>
                  <a:lnTo>
                    <a:pt x="485954" y="2727216"/>
                  </a:lnTo>
                  <a:lnTo>
                    <a:pt x="432931" y="2779479"/>
                  </a:lnTo>
                  <a:lnTo>
                    <a:pt x="379729" y="2829770"/>
                  </a:lnTo>
                  <a:lnTo>
                    <a:pt x="326322" y="2877984"/>
                  </a:lnTo>
                  <a:lnTo>
                    <a:pt x="272680" y="2924014"/>
                  </a:lnTo>
                  <a:lnTo>
                    <a:pt x="218777" y="2967754"/>
                  </a:lnTo>
                  <a:lnTo>
                    <a:pt x="164585" y="3009099"/>
                  </a:lnTo>
                  <a:lnTo>
                    <a:pt x="110077" y="3047940"/>
                  </a:lnTo>
                  <a:lnTo>
                    <a:pt x="55224" y="3084174"/>
                  </a:lnTo>
                  <a:lnTo>
                    <a:pt x="27660" y="3101279"/>
                  </a:lnTo>
                  <a:lnTo>
                    <a:pt x="0" y="3117693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65210" y="6526306"/>
              <a:ext cx="5422788" cy="376069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07794" y="7230864"/>
              <a:ext cx="5280205" cy="305613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87863" y="7934354"/>
              <a:ext cx="3400425" cy="2352675"/>
            </a:xfrm>
            <a:custGeom>
              <a:avLst/>
              <a:gdLst/>
              <a:ahLst/>
              <a:cxnLst/>
              <a:rect l="l" t="t" r="r" b="b"/>
              <a:pathLst>
                <a:path w="3400425" h="2352675">
                  <a:moveTo>
                    <a:pt x="0" y="2352645"/>
                  </a:moveTo>
                  <a:lnTo>
                    <a:pt x="1534752" y="2352645"/>
                  </a:lnTo>
                  <a:lnTo>
                    <a:pt x="3400135" y="2277105"/>
                  </a:lnTo>
                  <a:lnTo>
                    <a:pt x="3400135" y="0"/>
                  </a:lnTo>
                  <a:lnTo>
                    <a:pt x="3380819" y="7473"/>
                  </a:lnTo>
                  <a:lnTo>
                    <a:pt x="3319572" y="32918"/>
                  </a:lnTo>
                  <a:lnTo>
                    <a:pt x="3258216" y="60669"/>
                  </a:lnTo>
                  <a:lnTo>
                    <a:pt x="3196689" y="90663"/>
                  </a:lnTo>
                  <a:lnTo>
                    <a:pt x="3134929" y="122838"/>
                  </a:lnTo>
                  <a:lnTo>
                    <a:pt x="3072874" y="157132"/>
                  </a:lnTo>
                  <a:lnTo>
                    <a:pt x="3010463" y="193483"/>
                  </a:lnTo>
                  <a:lnTo>
                    <a:pt x="2947633" y="231830"/>
                  </a:lnTo>
                  <a:lnTo>
                    <a:pt x="2884323" y="272111"/>
                  </a:lnTo>
                  <a:lnTo>
                    <a:pt x="2820470" y="314264"/>
                  </a:lnTo>
                  <a:lnTo>
                    <a:pt x="2788321" y="336023"/>
                  </a:lnTo>
                  <a:lnTo>
                    <a:pt x="2723538" y="380867"/>
                  </a:lnTo>
                  <a:lnTo>
                    <a:pt x="2658058" y="427428"/>
                  </a:lnTo>
                  <a:lnTo>
                    <a:pt x="2591819" y="475645"/>
                  </a:lnTo>
                  <a:lnTo>
                    <a:pt x="2490901" y="550939"/>
                  </a:lnTo>
                  <a:lnTo>
                    <a:pt x="2353110" y="656546"/>
                  </a:lnTo>
                  <a:lnTo>
                    <a:pt x="1591970" y="1257300"/>
                  </a:lnTo>
                  <a:lnTo>
                    <a:pt x="1378212" y="1421753"/>
                  </a:lnTo>
                  <a:lnTo>
                    <a:pt x="1199098" y="1556077"/>
                  </a:lnTo>
                  <a:lnTo>
                    <a:pt x="1059708" y="1658107"/>
                  </a:lnTo>
                  <a:lnTo>
                    <a:pt x="915753" y="1761009"/>
                  </a:lnTo>
                  <a:lnTo>
                    <a:pt x="767025" y="1864572"/>
                  </a:lnTo>
                  <a:lnTo>
                    <a:pt x="665118" y="1933879"/>
                  </a:lnTo>
                  <a:lnTo>
                    <a:pt x="560935" y="2003325"/>
                  </a:lnTo>
                  <a:lnTo>
                    <a:pt x="454413" y="2072849"/>
                  </a:lnTo>
                  <a:lnTo>
                    <a:pt x="345491" y="2142389"/>
                  </a:lnTo>
                  <a:lnTo>
                    <a:pt x="234107" y="2211883"/>
                  </a:lnTo>
                  <a:lnTo>
                    <a:pt x="120198" y="2281269"/>
                  </a:lnTo>
                  <a:lnTo>
                    <a:pt x="3704" y="2350486"/>
                  </a:lnTo>
                  <a:lnTo>
                    <a:pt x="0" y="2352645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16585" y="8423197"/>
              <a:ext cx="3471413" cy="18638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32721" y="8646758"/>
              <a:ext cx="3355278" cy="164024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747658" y="9814760"/>
              <a:ext cx="1540510" cy="472440"/>
            </a:xfrm>
            <a:custGeom>
              <a:avLst/>
              <a:gdLst/>
              <a:ahLst/>
              <a:cxnLst/>
              <a:rect l="l" t="t" r="r" b="b"/>
              <a:pathLst>
                <a:path w="1540509" h="472440">
                  <a:moveTo>
                    <a:pt x="0" y="472238"/>
                  </a:moveTo>
                  <a:lnTo>
                    <a:pt x="1540341" y="472238"/>
                  </a:lnTo>
                  <a:lnTo>
                    <a:pt x="1540341" y="0"/>
                  </a:lnTo>
                  <a:lnTo>
                    <a:pt x="1498635" y="5871"/>
                  </a:lnTo>
                  <a:lnTo>
                    <a:pt x="1460587" y="11692"/>
                  </a:lnTo>
                  <a:lnTo>
                    <a:pt x="1422799" y="17894"/>
                  </a:lnTo>
                  <a:lnTo>
                    <a:pt x="1385260" y="24467"/>
                  </a:lnTo>
                  <a:lnTo>
                    <a:pt x="1310884" y="38694"/>
                  </a:lnTo>
                  <a:lnTo>
                    <a:pt x="1237370" y="54299"/>
                  </a:lnTo>
                  <a:lnTo>
                    <a:pt x="1164629" y="71208"/>
                  </a:lnTo>
                  <a:lnTo>
                    <a:pt x="1092573" y="89350"/>
                  </a:lnTo>
                  <a:lnTo>
                    <a:pt x="1021110" y="108650"/>
                  </a:lnTo>
                  <a:lnTo>
                    <a:pt x="950153" y="129037"/>
                  </a:lnTo>
                  <a:lnTo>
                    <a:pt x="879611" y="150436"/>
                  </a:lnTo>
                  <a:lnTo>
                    <a:pt x="809396" y="172774"/>
                  </a:lnTo>
                  <a:lnTo>
                    <a:pt x="704491" y="207884"/>
                  </a:lnTo>
                  <a:lnTo>
                    <a:pt x="564928" y="257303"/>
                  </a:lnTo>
                  <a:lnTo>
                    <a:pt x="0" y="472238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256544" y="9973678"/>
              <a:ext cx="965835" cy="313690"/>
            </a:xfrm>
            <a:custGeom>
              <a:avLst/>
              <a:gdLst/>
              <a:ahLst/>
              <a:cxnLst/>
              <a:rect l="l" t="t" r="r" b="b"/>
              <a:pathLst>
                <a:path w="965834" h="313690">
                  <a:moveTo>
                    <a:pt x="74015" y="288239"/>
                  </a:moveTo>
                  <a:lnTo>
                    <a:pt x="72377" y="272986"/>
                  </a:lnTo>
                  <a:lnTo>
                    <a:pt x="65074" y="259842"/>
                  </a:lnTo>
                  <a:lnTo>
                    <a:pt x="53428" y="251244"/>
                  </a:lnTo>
                  <a:lnTo>
                    <a:pt x="39128" y="247954"/>
                  </a:lnTo>
                  <a:lnTo>
                    <a:pt x="23876" y="250736"/>
                  </a:lnTo>
                  <a:lnTo>
                    <a:pt x="11874" y="258038"/>
                  </a:lnTo>
                  <a:lnTo>
                    <a:pt x="3657" y="269697"/>
                  </a:lnTo>
                  <a:lnTo>
                    <a:pt x="0" y="284010"/>
                  </a:lnTo>
                  <a:lnTo>
                    <a:pt x="1638" y="299262"/>
                  </a:lnTo>
                  <a:lnTo>
                    <a:pt x="7581" y="309029"/>
                  </a:lnTo>
                  <a:lnTo>
                    <a:pt x="12166" y="313321"/>
                  </a:lnTo>
                  <a:lnTo>
                    <a:pt x="62763" y="313321"/>
                  </a:lnTo>
                  <a:lnTo>
                    <a:pt x="70358" y="302552"/>
                  </a:lnTo>
                  <a:lnTo>
                    <a:pt x="74015" y="288239"/>
                  </a:lnTo>
                  <a:close/>
                </a:path>
                <a:path w="965834" h="313690">
                  <a:moveTo>
                    <a:pt x="248958" y="226402"/>
                  </a:moveTo>
                  <a:lnTo>
                    <a:pt x="246176" y="212318"/>
                  </a:lnTo>
                  <a:lnTo>
                    <a:pt x="238912" y="199174"/>
                  </a:lnTo>
                  <a:lnTo>
                    <a:pt x="227482" y="190576"/>
                  </a:lnTo>
                  <a:lnTo>
                    <a:pt x="213779" y="187299"/>
                  </a:lnTo>
                  <a:lnTo>
                    <a:pt x="199694" y="190068"/>
                  </a:lnTo>
                  <a:lnTo>
                    <a:pt x="186550" y="197345"/>
                  </a:lnTo>
                  <a:lnTo>
                    <a:pt x="177965" y="208775"/>
                  </a:lnTo>
                  <a:lnTo>
                    <a:pt x="174688" y="222491"/>
                  </a:lnTo>
                  <a:lnTo>
                    <a:pt x="177457" y="236588"/>
                  </a:lnTo>
                  <a:lnTo>
                    <a:pt x="183400" y="247484"/>
                  </a:lnTo>
                  <a:lnTo>
                    <a:pt x="191604" y="255536"/>
                  </a:lnTo>
                  <a:lnTo>
                    <a:pt x="201333" y="260184"/>
                  </a:lnTo>
                  <a:lnTo>
                    <a:pt x="211823" y="260845"/>
                  </a:lnTo>
                  <a:lnTo>
                    <a:pt x="219900" y="260845"/>
                  </a:lnTo>
                  <a:lnTo>
                    <a:pt x="223939" y="258826"/>
                  </a:lnTo>
                  <a:lnTo>
                    <a:pt x="237083" y="251561"/>
                  </a:lnTo>
                  <a:lnTo>
                    <a:pt x="245668" y="240118"/>
                  </a:lnTo>
                  <a:lnTo>
                    <a:pt x="248958" y="226402"/>
                  </a:lnTo>
                  <a:close/>
                </a:path>
                <a:path w="965834" h="313690">
                  <a:moveTo>
                    <a:pt x="420941" y="313321"/>
                  </a:moveTo>
                  <a:lnTo>
                    <a:pt x="419976" y="303314"/>
                  </a:lnTo>
                  <a:lnTo>
                    <a:pt x="413029" y="291274"/>
                  </a:lnTo>
                  <a:lnTo>
                    <a:pt x="402297" y="282841"/>
                  </a:lnTo>
                  <a:lnTo>
                    <a:pt x="389280" y="278574"/>
                  </a:lnTo>
                  <a:lnTo>
                    <a:pt x="375513" y="279044"/>
                  </a:lnTo>
                  <a:lnTo>
                    <a:pt x="363486" y="286004"/>
                  </a:lnTo>
                  <a:lnTo>
                    <a:pt x="355053" y="296735"/>
                  </a:lnTo>
                  <a:lnTo>
                    <a:pt x="350786" y="309753"/>
                  </a:lnTo>
                  <a:lnTo>
                    <a:pt x="350913" y="313321"/>
                  </a:lnTo>
                  <a:lnTo>
                    <a:pt x="420941" y="313321"/>
                  </a:lnTo>
                  <a:close/>
                </a:path>
                <a:path w="965834" h="313690">
                  <a:moveTo>
                    <a:pt x="425627" y="170637"/>
                  </a:moveTo>
                  <a:lnTo>
                    <a:pt x="424014" y="155702"/>
                  </a:lnTo>
                  <a:lnTo>
                    <a:pt x="417042" y="142519"/>
                  </a:lnTo>
                  <a:lnTo>
                    <a:pt x="406082" y="133705"/>
                  </a:lnTo>
                  <a:lnTo>
                    <a:pt x="392468" y="129819"/>
                  </a:lnTo>
                  <a:lnTo>
                    <a:pt x="377532" y="131432"/>
                  </a:lnTo>
                  <a:lnTo>
                    <a:pt x="364363" y="138417"/>
                  </a:lnTo>
                  <a:lnTo>
                    <a:pt x="355561" y="149377"/>
                  </a:lnTo>
                  <a:lnTo>
                    <a:pt x="351675" y="162991"/>
                  </a:lnTo>
                  <a:lnTo>
                    <a:pt x="353288" y="177939"/>
                  </a:lnTo>
                  <a:lnTo>
                    <a:pt x="358394" y="188874"/>
                  </a:lnTo>
                  <a:lnTo>
                    <a:pt x="366928" y="197154"/>
                  </a:lnTo>
                  <a:lnTo>
                    <a:pt x="377329" y="202209"/>
                  </a:lnTo>
                  <a:lnTo>
                    <a:pt x="376491" y="202209"/>
                  </a:lnTo>
                  <a:lnTo>
                    <a:pt x="389661" y="204228"/>
                  </a:lnTo>
                  <a:lnTo>
                    <a:pt x="391680" y="204228"/>
                  </a:lnTo>
                  <a:lnTo>
                    <a:pt x="395719" y="202209"/>
                  </a:lnTo>
                  <a:lnTo>
                    <a:pt x="399770" y="202209"/>
                  </a:lnTo>
                  <a:lnTo>
                    <a:pt x="412940" y="195224"/>
                  </a:lnTo>
                  <a:lnTo>
                    <a:pt x="421741" y="184264"/>
                  </a:lnTo>
                  <a:lnTo>
                    <a:pt x="425627" y="170637"/>
                  </a:lnTo>
                  <a:close/>
                </a:path>
                <a:path w="965834" h="313690">
                  <a:moveTo>
                    <a:pt x="595109" y="269697"/>
                  </a:moveTo>
                  <a:lnTo>
                    <a:pt x="593775" y="254787"/>
                  </a:lnTo>
                  <a:lnTo>
                    <a:pt x="587108" y="242455"/>
                  </a:lnTo>
                  <a:lnTo>
                    <a:pt x="576846" y="233553"/>
                  </a:lnTo>
                  <a:lnTo>
                    <a:pt x="563930" y="229184"/>
                  </a:lnTo>
                  <a:lnTo>
                    <a:pt x="549313" y="230517"/>
                  </a:lnTo>
                  <a:lnTo>
                    <a:pt x="537006" y="237185"/>
                  </a:lnTo>
                  <a:lnTo>
                    <a:pt x="528091" y="247446"/>
                  </a:lnTo>
                  <a:lnTo>
                    <a:pt x="523735" y="260375"/>
                  </a:lnTo>
                  <a:lnTo>
                    <a:pt x="525068" y="275005"/>
                  </a:lnTo>
                  <a:lnTo>
                    <a:pt x="529869" y="285940"/>
                  </a:lnTo>
                  <a:lnTo>
                    <a:pt x="537692" y="294208"/>
                  </a:lnTo>
                  <a:lnTo>
                    <a:pt x="547433" y="299262"/>
                  </a:lnTo>
                  <a:lnTo>
                    <a:pt x="546608" y="299262"/>
                  </a:lnTo>
                  <a:lnTo>
                    <a:pt x="559422" y="301294"/>
                  </a:lnTo>
                  <a:lnTo>
                    <a:pt x="563460" y="299262"/>
                  </a:lnTo>
                  <a:lnTo>
                    <a:pt x="569531" y="299262"/>
                  </a:lnTo>
                  <a:lnTo>
                    <a:pt x="581837" y="293458"/>
                  </a:lnTo>
                  <a:lnTo>
                    <a:pt x="590740" y="283095"/>
                  </a:lnTo>
                  <a:lnTo>
                    <a:pt x="595109" y="269697"/>
                  </a:lnTo>
                  <a:close/>
                </a:path>
                <a:path w="965834" h="313690">
                  <a:moveTo>
                    <a:pt x="603161" y="120091"/>
                  </a:moveTo>
                  <a:lnTo>
                    <a:pt x="601865" y="105143"/>
                  </a:lnTo>
                  <a:lnTo>
                    <a:pt x="594880" y="91655"/>
                  </a:lnTo>
                  <a:lnTo>
                    <a:pt x="583920" y="82143"/>
                  </a:lnTo>
                  <a:lnTo>
                    <a:pt x="570318" y="77558"/>
                  </a:lnTo>
                  <a:lnTo>
                    <a:pt x="555383" y="78854"/>
                  </a:lnTo>
                  <a:lnTo>
                    <a:pt x="541896" y="85813"/>
                  </a:lnTo>
                  <a:lnTo>
                    <a:pt x="532396" y="96545"/>
                  </a:lnTo>
                  <a:lnTo>
                    <a:pt x="527812" y="109562"/>
                  </a:lnTo>
                  <a:lnTo>
                    <a:pt x="529107" y="123342"/>
                  </a:lnTo>
                  <a:lnTo>
                    <a:pt x="534225" y="134594"/>
                  </a:lnTo>
                  <a:lnTo>
                    <a:pt x="542747" y="143560"/>
                  </a:lnTo>
                  <a:lnTo>
                    <a:pt x="553542" y="149504"/>
                  </a:lnTo>
                  <a:lnTo>
                    <a:pt x="565480" y="151650"/>
                  </a:lnTo>
                  <a:lnTo>
                    <a:pt x="575589" y="151650"/>
                  </a:lnTo>
                  <a:lnTo>
                    <a:pt x="589076" y="144665"/>
                  </a:lnTo>
                  <a:lnTo>
                    <a:pt x="598576" y="133705"/>
                  </a:lnTo>
                  <a:lnTo>
                    <a:pt x="603161" y="120091"/>
                  </a:lnTo>
                  <a:close/>
                </a:path>
                <a:path w="965834" h="313690">
                  <a:moveTo>
                    <a:pt x="769759" y="226910"/>
                  </a:moveTo>
                  <a:lnTo>
                    <a:pt x="769620" y="214744"/>
                  </a:lnTo>
                  <a:lnTo>
                    <a:pt x="769594" y="212318"/>
                  </a:lnTo>
                  <a:lnTo>
                    <a:pt x="764108" y="199961"/>
                  </a:lnTo>
                  <a:lnTo>
                    <a:pt x="754443" y="190830"/>
                  </a:lnTo>
                  <a:lnTo>
                    <a:pt x="741743" y="185877"/>
                  </a:lnTo>
                  <a:lnTo>
                    <a:pt x="727494" y="185877"/>
                  </a:lnTo>
                  <a:lnTo>
                    <a:pt x="714819" y="191808"/>
                  </a:lnTo>
                  <a:lnTo>
                    <a:pt x="705688" y="201955"/>
                  </a:lnTo>
                  <a:lnTo>
                    <a:pt x="700735" y="214744"/>
                  </a:lnTo>
                  <a:lnTo>
                    <a:pt x="700874" y="226910"/>
                  </a:lnTo>
                  <a:lnTo>
                    <a:pt x="700887" y="228498"/>
                  </a:lnTo>
                  <a:lnTo>
                    <a:pt x="705637" y="239610"/>
                  </a:lnTo>
                  <a:lnTo>
                    <a:pt x="713524" y="248716"/>
                  </a:lnTo>
                  <a:lnTo>
                    <a:pt x="723620" y="254660"/>
                  </a:lnTo>
                  <a:lnTo>
                    <a:pt x="735241" y="256806"/>
                  </a:lnTo>
                  <a:lnTo>
                    <a:pt x="739279" y="256806"/>
                  </a:lnTo>
                  <a:lnTo>
                    <a:pt x="743610" y="254660"/>
                  </a:lnTo>
                  <a:lnTo>
                    <a:pt x="755675" y="249288"/>
                  </a:lnTo>
                  <a:lnTo>
                    <a:pt x="764794" y="239610"/>
                  </a:lnTo>
                  <a:lnTo>
                    <a:pt x="769759" y="226910"/>
                  </a:lnTo>
                  <a:close/>
                </a:path>
                <a:path w="965834" h="313690">
                  <a:moveTo>
                    <a:pt x="783869" y="77597"/>
                  </a:moveTo>
                  <a:lnTo>
                    <a:pt x="783742" y="62674"/>
                  </a:lnTo>
                  <a:lnTo>
                    <a:pt x="777938" y="49161"/>
                  </a:lnTo>
                  <a:lnTo>
                    <a:pt x="767575" y="39420"/>
                  </a:lnTo>
                  <a:lnTo>
                    <a:pt x="754189" y="34239"/>
                  </a:lnTo>
                  <a:lnTo>
                    <a:pt x="739584" y="34239"/>
                  </a:lnTo>
                  <a:lnTo>
                    <a:pt x="725766" y="40182"/>
                  </a:lnTo>
                  <a:lnTo>
                    <a:pt x="716038" y="50546"/>
                  </a:lnTo>
                  <a:lnTo>
                    <a:pt x="710869" y="63944"/>
                  </a:lnTo>
                  <a:lnTo>
                    <a:pt x="710996" y="78854"/>
                  </a:lnTo>
                  <a:lnTo>
                    <a:pt x="715822" y="90957"/>
                  </a:lnTo>
                  <a:lnTo>
                    <a:pt x="723874" y="99834"/>
                  </a:lnTo>
                  <a:lnTo>
                    <a:pt x="734580" y="105308"/>
                  </a:lnTo>
                  <a:lnTo>
                    <a:pt x="747369" y="107162"/>
                  </a:lnTo>
                  <a:lnTo>
                    <a:pt x="749388" y="109194"/>
                  </a:lnTo>
                  <a:lnTo>
                    <a:pt x="751408" y="109194"/>
                  </a:lnTo>
                  <a:lnTo>
                    <a:pt x="755446" y="107162"/>
                  </a:lnTo>
                  <a:lnTo>
                    <a:pt x="768972" y="101358"/>
                  </a:lnTo>
                  <a:lnTo>
                    <a:pt x="778700" y="90957"/>
                  </a:lnTo>
                  <a:lnTo>
                    <a:pt x="783869" y="77597"/>
                  </a:lnTo>
                  <a:close/>
                </a:path>
                <a:path w="965834" h="313690">
                  <a:moveTo>
                    <a:pt x="918337" y="313321"/>
                  </a:moveTo>
                  <a:lnTo>
                    <a:pt x="913345" y="308114"/>
                  </a:lnTo>
                  <a:lnTo>
                    <a:pt x="901941" y="303161"/>
                  </a:lnTo>
                  <a:lnTo>
                    <a:pt x="888834" y="303314"/>
                  </a:lnTo>
                  <a:lnTo>
                    <a:pt x="876490" y="308457"/>
                  </a:lnTo>
                  <a:lnTo>
                    <a:pt x="871423" y="313321"/>
                  </a:lnTo>
                  <a:lnTo>
                    <a:pt x="918337" y="313321"/>
                  </a:lnTo>
                  <a:close/>
                </a:path>
                <a:path w="965834" h="313690">
                  <a:moveTo>
                    <a:pt x="947572" y="193395"/>
                  </a:moveTo>
                  <a:lnTo>
                    <a:pt x="947445" y="179959"/>
                  </a:lnTo>
                  <a:lnTo>
                    <a:pt x="941984" y="167297"/>
                  </a:lnTo>
                  <a:lnTo>
                    <a:pt x="932535" y="157467"/>
                  </a:lnTo>
                  <a:lnTo>
                    <a:pt x="920102" y="151650"/>
                  </a:lnTo>
                  <a:lnTo>
                    <a:pt x="907021" y="151650"/>
                  </a:lnTo>
                  <a:lnTo>
                    <a:pt x="893508" y="157124"/>
                  </a:lnTo>
                  <a:lnTo>
                    <a:pt x="883780" y="166573"/>
                  </a:lnTo>
                  <a:lnTo>
                    <a:pt x="878598" y="178663"/>
                  </a:lnTo>
                  <a:lnTo>
                    <a:pt x="878725" y="192100"/>
                  </a:lnTo>
                  <a:lnTo>
                    <a:pt x="883526" y="204508"/>
                  </a:lnTo>
                  <a:lnTo>
                    <a:pt x="891362" y="214083"/>
                  </a:lnTo>
                  <a:lnTo>
                    <a:pt x="901471" y="220243"/>
                  </a:lnTo>
                  <a:lnTo>
                    <a:pt x="913091" y="222427"/>
                  </a:lnTo>
                  <a:lnTo>
                    <a:pt x="913091" y="220243"/>
                  </a:lnTo>
                  <a:lnTo>
                    <a:pt x="919543" y="220243"/>
                  </a:lnTo>
                  <a:lnTo>
                    <a:pt x="932662" y="214934"/>
                  </a:lnTo>
                  <a:lnTo>
                    <a:pt x="942390" y="205498"/>
                  </a:lnTo>
                  <a:lnTo>
                    <a:pt x="947572" y="193395"/>
                  </a:lnTo>
                  <a:close/>
                </a:path>
                <a:path w="965834" h="313690">
                  <a:moveTo>
                    <a:pt x="965631" y="30327"/>
                  </a:moveTo>
                  <a:lnTo>
                    <a:pt x="960132" y="16484"/>
                  </a:lnTo>
                  <a:lnTo>
                    <a:pt x="950480" y="6057"/>
                  </a:lnTo>
                  <a:lnTo>
                    <a:pt x="937374" y="0"/>
                  </a:lnTo>
                  <a:lnTo>
                    <a:pt x="923188" y="0"/>
                  </a:lnTo>
                  <a:lnTo>
                    <a:pt x="909358" y="5486"/>
                  </a:lnTo>
                  <a:lnTo>
                    <a:pt x="898944" y="15163"/>
                  </a:lnTo>
                  <a:lnTo>
                    <a:pt x="893064" y="27863"/>
                  </a:lnTo>
                  <a:lnTo>
                    <a:pt x="892873" y="42456"/>
                  </a:lnTo>
                  <a:lnTo>
                    <a:pt x="897712" y="54876"/>
                  </a:lnTo>
                  <a:lnTo>
                    <a:pt x="905764" y="64452"/>
                  </a:lnTo>
                  <a:lnTo>
                    <a:pt x="916470" y="70612"/>
                  </a:lnTo>
                  <a:lnTo>
                    <a:pt x="929259" y="72796"/>
                  </a:lnTo>
                  <a:lnTo>
                    <a:pt x="931278" y="74815"/>
                  </a:lnTo>
                  <a:lnTo>
                    <a:pt x="933297" y="72796"/>
                  </a:lnTo>
                  <a:lnTo>
                    <a:pt x="935316" y="72796"/>
                  </a:lnTo>
                  <a:lnTo>
                    <a:pt x="949147" y="67297"/>
                  </a:lnTo>
                  <a:lnTo>
                    <a:pt x="959573" y="57619"/>
                  </a:lnTo>
                  <a:lnTo>
                    <a:pt x="965441" y="44919"/>
                  </a:lnTo>
                  <a:lnTo>
                    <a:pt x="965631" y="30327"/>
                  </a:lnTo>
                  <a:close/>
                </a:path>
              </a:pathLst>
            </a:custGeom>
            <a:solidFill>
              <a:srgbClr val="2E4D6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0" y="0"/>
            <a:ext cx="5060950" cy="4324985"/>
            <a:chOff x="0" y="0"/>
            <a:chExt cx="5060950" cy="4324985"/>
          </a:xfrm>
        </p:grpSpPr>
        <p:sp>
          <p:nvSpPr>
            <p:cNvPr id="12" name="object 12"/>
            <p:cNvSpPr/>
            <p:nvPr/>
          </p:nvSpPr>
          <p:spPr>
            <a:xfrm>
              <a:off x="0" y="1252816"/>
              <a:ext cx="3162935" cy="3072130"/>
            </a:xfrm>
            <a:custGeom>
              <a:avLst/>
              <a:gdLst/>
              <a:ahLst/>
              <a:cxnLst/>
              <a:rect l="l" t="t" r="r" b="b"/>
              <a:pathLst>
                <a:path w="3162935" h="3072129">
                  <a:moveTo>
                    <a:pt x="3162429" y="0"/>
                  </a:moveTo>
                  <a:lnTo>
                    <a:pt x="0" y="306219"/>
                  </a:lnTo>
                  <a:lnTo>
                    <a:pt x="0" y="3072134"/>
                  </a:lnTo>
                  <a:lnTo>
                    <a:pt x="28210" y="3061160"/>
                  </a:lnTo>
                  <a:lnTo>
                    <a:pt x="65107" y="3045973"/>
                  </a:lnTo>
                  <a:lnTo>
                    <a:pt x="101735" y="3030070"/>
                  </a:lnTo>
                  <a:lnTo>
                    <a:pt x="138097" y="3013467"/>
                  </a:lnTo>
                  <a:lnTo>
                    <a:pt x="174197" y="2996174"/>
                  </a:lnTo>
                  <a:lnTo>
                    <a:pt x="210039" y="2978207"/>
                  </a:lnTo>
                  <a:lnTo>
                    <a:pt x="245625" y="2959578"/>
                  </a:lnTo>
                  <a:lnTo>
                    <a:pt x="280960" y="2940301"/>
                  </a:lnTo>
                  <a:lnTo>
                    <a:pt x="316046" y="2920388"/>
                  </a:lnTo>
                  <a:lnTo>
                    <a:pt x="350888" y="2899854"/>
                  </a:lnTo>
                  <a:lnTo>
                    <a:pt x="385488" y="2878710"/>
                  </a:lnTo>
                  <a:lnTo>
                    <a:pt x="419850" y="2856972"/>
                  </a:lnTo>
                  <a:lnTo>
                    <a:pt x="453977" y="2834651"/>
                  </a:lnTo>
                  <a:lnTo>
                    <a:pt x="487873" y="2811761"/>
                  </a:lnTo>
                  <a:lnTo>
                    <a:pt x="521542" y="2788316"/>
                  </a:lnTo>
                  <a:lnTo>
                    <a:pt x="554986" y="2764329"/>
                  </a:lnTo>
                  <a:lnTo>
                    <a:pt x="588210" y="2739812"/>
                  </a:lnTo>
                  <a:lnTo>
                    <a:pt x="621216" y="2714780"/>
                  </a:lnTo>
                  <a:lnTo>
                    <a:pt x="654009" y="2689245"/>
                  </a:lnTo>
                  <a:lnTo>
                    <a:pt x="686591" y="2663221"/>
                  </a:lnTo>
                  <a:lnTo>
                    <a:pt x="718966" y="2636721"/>
                  </a:lnTo>
                  <a:lnTo>
                    <a:pt x="751137" y="2609758"/>
                  </a:lnTo>
                  <a:lnTo>
                    <a:pt x="783109" y="2582346"/>
                  </a:lnTo>
                  <a:lnTo>
                    <a:pt x="814883" y="2554498"/>
                  </a:lnTo>
                  <a:lnTo>
                    <a:pt x="846465" y="2526227"/>
                  </a:lnTo>
                  <a:lnTo>
                    <a:pt x="877857" y="2497546"/>
                  </a:lnTo>
                  <a:lnTo>
                    <a:pt x="940085" y="2439009"/>
                  </a:lnTo>
                  <a:lnTo>
                    <a:pt x="1001596" y="2378993"/>
                  </a:lnTo>
                  <a:lnTo>
                    <a:pt x="1062417" y="2317604"/>
                  </a:lnTo>
                  <a:lnTo>
                    <a:pt x="1122575" y="2254948"/>
                  </a:lnTo>
                  <a:lnTo>
                    <a:pt x="1182098" y="2191131"/>
                  </a:lnTo>
                  <a:lnTo>
                    <a:pt x="1241014" y="2126260"/>
                  </a:lnTo>
                  <a:lnTo>
                    <a:pt x="1299351" y="2060440"/>
                  </a:lnTo>
                  <a:lnTo>
                    <a:pt x="1357135" y="1993779"/>
                  </a:lnTo>
                  <a:lnTo>
                    <a:pt x="1414395" y="1926382"/>
                  </a:lnTo>
                  <a:lnTo>
                    <a:pt x="1499361" y="1824138"/>
                  </a:lnTo>
                  <a:lnTo>
                    <a:pt x="1583302" y="1720835"/>
                  </a:lnTo>
                  <a:lnTo>
                    <a:pt x="1693790" y="1582071"/>
                  </a:lnTo>
                  <a:lnTo>
                    <a:pt x="2150007" y="998175"/>
                  </a:lnTo>
                  <a:lnTo>
                    <a:pt x="2255415" y="866810"/>
                  </a:lnTo>
                  <a:lnTo>
                    <a:pt x="2334277" y="770906"/>
                  </a:lnTo>
                  <a:lnTo>
                    <a:pt x="2413076" y="677646"/>
                  </a:lnTo>
                  <a:lnTo>
                    <a:pt x="2465619" y="617118"/>
                  </a:lnTo>
                  <a:lnTo>
                    <a:pt x="2518203" y="558032"/>
                  </a:lnTo>
                  <a:lnTo>
                    <a:pt x="2570855" y="500491"/>
                  </a:lnTo>
                  <a:lnTo>
                    <a:pt x="2623603" y="444604"/>
                  </a:lnTo>
                  <a:lnTo>
                    <a:pt x="2676475" y="390476"/>
                  </a:lnTo>
                  <a:lnTo>
                    <a:pt x="2729497" y="338213"/>
                  </a:lnTo>
                  <a:lnTo>
                    <a:pt x="2782699" y="287922"/>
                  </a:lnTo>
                  <a:lnTo>
                    <a:pt x="2836107" y="239708"/>
                  </a:lnTo>
                  <a:lnTo>
                    <a:pt x="2889748" y="193678"/>
                  </a:lnTo>
                  <a:lnTo>
                    <a:pt x="2943651" y="149938"/>
                  </a:lnTo>
                  <a:lnTo>
                    <a:pt x="2997843" y="108594"/>
                  </a:lnTo>
                  <a:lnTo>
                    <a:pt x="3052352" y="69752"/>
                  </a:lnTo>
                  <a:lnTo>
                    <a:pt x="3107205" y="33518"/>
                  </a:lnTo>
                  <a:lnTo>
                    <a:pt x="3134769" y="16413"/>
                  </a:lnTo>
                  <a:lnTo>
                    <a:pt x="3162429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5060453" cy="362074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4918303" cy="292523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0"/>
              <a:ext cx="3093720" cy="2192655"/>
            </a:xfrm>
            <a:custGeom>
              <a:avLst/>
              <a:gdLst/>
              <a:ahLst/>
              <a:cxnLst/>
              <a:rect l="l" t="t" r="r" b="b"/>
              <a:pathLst>
                <a:path w="3093720" h="2192655">
                  <a:moveTo>
                    <a:pt x="3093303" y="0"/>
                  </a:moveTo>
                  <a:lnTo>
                    <a:pt x="0" y="0"/>
                  </a:lnTo>
                  <a:lnTo>
                    <a:pt x="0" y="2192223"/>
                  </a:lnTo>
                  <a:lnTo>
                    <a:pt x="39797" y="2173324"/>
                  </a:lnTo>
                  <a:lnTo>
                    <a:pt x="101432" y="2142232"/>
                  </a:lnTo>
                  <a:lnTo>
                    <a:pt x="163332" y="2108990"/>
                  </a:lnTo>
                  <a:lnTo>
                    <a:pt x="225557" y="2073659"/>
                  </a:lnTo>
                  <a:lnTo>
                    <a:pt x="288170" y="2036302"/>
                  </a:lnTo>
                  <a:lnTo>
                    <a:pt x="351232" y="1996980"/>
                  </a:lnTo>
                  <a:lnTo>
                    <a:pt x="414806" y="1955756"/>
                  </a:lnTo>
                  <a:lnTo>
                    <a:pt x="446804" y="1934449"/>
                  </a:lnTo>
                  <a:lnTo>
                    <a:pt x="478953" y="1912690"/>
                  </a:lnTo>
                  <a:lnTo>
                    <a:pt x="543736" y="1867846"/>
                  </a:lnTo>
                  <a:lnTo>
                    <a:pt x="609216" y="1821285"/>
                  </a:lnTo>
                  <a:lnTo>
                    <a:pt x="675455" y="1773068"/>
                  </a:lnTo>
                  <a:lnTo>
                    <a:pt x="776373" y="1697774"/>
                  </a:lnTo>
                  <a:lnTo>
                    <a:pt x="914165" y="1592167"/>
                  </a:lnTo>
                  <a:lnTo>
                    <a:pt x="1675304" y="991413"/>
                  </a:lnTo>
                  <a:lnTo>
                    <a:pt x="1889062" y="826960"/>
                  </a:lnTo>
                  <a:lnTo>
                    <a:pt x="2068176" y="692636"/>
                  </a:lnTo>
                  <a:lnTo>
                    <a:pt x="2207566" y="590606"/>
                  </a:lnTo>
                  <a:lnTo>
                    <a:pt x="2351520" y="487705"/>
                  </a:lnTo>
                  <a:lnTo>
                    <a:pt x="2500248" y="384141"/>
                  </a:lnTo>
                  <a:lnTo>
                    <a:pt x="2602156" y="314835"/>
                  </a:lnTo>
                  <a:lnTo>
                    <a:pt x="2706339" y="245388"/>
                  </a:lnTo>
                  <a:lnTo>
                    <a:pt x="2812861" y="175864"/>
                  </a:lnTo>
                  <a:lnTo>
                    <a:pt x="2921783" y="106324"/>
                  </a:lnTo>
                  <a:lnTo>
                    <a:pt x="3033167" y="36830"/>
                  </a:lnTo>
                  <a:lnTo>
                    <a:pt x="3093303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3120407" cy="173005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2993130" cy="150931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0" y="0"/>
              <a:ext cx="1137920" cy="347980"/>
            </a:xfrm>
            <a:custGeom>
              <a:avLst/>
              <a:gdLst/>
              <a:ahLst/>
              <a:cxnLst/>
              <a:rect l="l" t="t" r="r" b="b"/>
              <a:pathLst>
                <a:path w="1137920" h="347980">
                  <a:moveTo>
                    <a:pt x="1137374" y="0"/>
                  </a:moveTo>
                  <a:lnTo>
                    <a:pt x="0" y="0"/>
                  </a:lnTo>
                  <a:lnTo>
                    <a:pt x="0" y="347730"/>
                  </a:lnTo>
                  <a:lnTo>
                    <a:pt x="59521" y="336903"/>
                  </a:lnTo>
                  <a:lnTo>
                    <a:pt x="133455" y="321978"/>
                  </a:lnTo>
                  <a:lnTo>
                    <a:pt x="242850" y="297098"/>
                  </a:lnTo>
                  <a:lnTo>
                    <a:pt x="314907" y="278956"/>
                  </a:lnTo>
                  <a:lnTo>
                    <a:pt x="386369" y="259656"/>
                  </a:lnTo>
                  <a:lnTo>
                    <a:pt x="457327" y="239270"/>
                  </a:lnTo>
                  <a:lnTo>
                    <a:pt x="527868" y="217871"/>
                  </a:lnTo>
                  <a:lnTo>
                    <a:pt x="598083" y="195532"/>
                  </a:lnTo>
                  <a:lnTo>
                    <a:pt x="702988" y="160423"/>
                  </a:lnTo>
                  <a:lnTo>
                    <a:pt x="842552" y="111003"/>
                  </a:lnTo>
                  <a:lnTo>
                    <a:pt x="1137374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0" y="11"/>
              <a:ext cx="721360" cy="193675"/>
            </a:xfrm>
            <a:custGeom>
              <a:avLst/>
              <a:gdLst/>
              <a:ahLst/>
              <a:cxnLst/>
              <a:rect l="l" t="t" r="r" b="b"/>
              <a:pathLst>
                <a:path w="721360" h="193675">
                  <a:moveTo>
                    <a:pt x="5702" y="166928"/>
                  </a:moveTo>
                  <a:lnTo>
                    <a:pt x="876" y="154508"/>
                  </a:lnTo>
                  <a:lnTo>
                    <a:pt x="0" y="153466"/>
                  </a:lnTo>
                  <a:lnTo>
                    <a:pt x="0" y="193471"/>
                  </a:lnTo>
                  <a:lnTo>
                    <a:pt x="5511" y="181533"/>
                  </a:lnTo>
                  <a:lnTo>
                    <a:pt x="5702" y="166928"/>
                  </a:lnTo>
                  <a:close/>
                </a:path>
                <a:path w="721360" h="193675">
                  <a:moveTo>
                    <a:pt x="19977" y="30721"/>
                  </a:moveTo>
                  <a:lnTo>
                    <a:pt x="19850" y="17297"/>
                  </a:lnTo>
                  <a:lnTo>
                    <a:pt x="15049" y="4876"/>
                  </a:lnTo>
                  <a:lnTo>
                    <a:pt x="11061" y="0"/>
                  </a:lnTo>
                  <a:lnTo>
                    <a:pt x="0" y="0"/>
                  </a:lnTo>
                  <a:lnTo>
                    <a:pt x="0" y="54330"/>
                  </a:lnTo>
                  <a:lnTo>
                    <a:pt x="5067" y="52273"/>
                  </a:lnTo>
                  <a:lnTo>
                    <a:pt x="14795" y="42824"/>
                  </a:lnTo>
                  <a:lnTo>
                    <a:pt x="19977" y="30721"/>
                  </a:lnTo>
                  <a:close/>
                </a:path>
                <a:path w="721360" h="193675">
                  <a:moveTo>
                    <a:pt x="187718" y="145440"/>
                  </a:moveTo>
                  <a:lnTo>
                    <a:pt x="174701" y="109550"/>
                  </a:lnTo>
                  <a:lnTo>
                    <a:pt x="151218" y="102222"/>
                  </a:lnTo>
                  <a:lnTo>
                    <a:pt x="149186" y="100203"/>
                  </a:lnTo>
                  <a:lnTo>
                    <a:pt x="147167" y="100203"/>
                  </a:lnTo>
                  <a:lnTo>
                    <a:pt x="143129" y="102222"/>
                  </a:lnTo>
                  <a:lnTo>
                    <a:pt x="129616" y="108038"/>
                  </a:lnTo>
                  <a:lnTo>
                    <a:pt x="119875" y="118427"/>
                  </a:lnTo>
                  <a:lnTo>
                    <a:pt x="114706" y="131800"/>
                  </a:lnTo>
                  <a:lnTo>
                    <a:pt x="114833" y="146710"/>
                  </a:lnTo>
                  <a:lnTo>
                    <a:pt x="120650" y="160235"/>
                  </a:lnTo>
                  <a:lnTo>
                    <a:pt x="131000" y="169964"/>
                  </a:lnTo>
                  <a:lnTo>
                    <a:pt x="144386" y="175145"/>
                  </a:lnTo>
                  <a:lnTo>
                    <a:pt x="159004" y="175145"/>
                  </a:lnTo>
                  <a:lnTo>
                    <a:pt x="172808" y="169202"/>
                  </a:lnTo>
                  <a:lnTo>
                    <a:pt x="182537" y="158838"/>
                  </a:lnTo>
                  <a:lnTo>
                    <a:pt x="187718" y="145440"/>
                  </a:lnTo>
                  <a:close/>
                </a:path>
                <a:path w="721360" h="193675">
                  <a:moveTo>
                    <a:pt x="195783" y="0"/>
                  </a:moveTo>
                  <a:lnTo>
                    <a:pt x="130276" y="0"/>
                  </a:lnTo>
                  <a:lnTo>
                    <a:pt x="134480" y="9423"/>
                  </a:lnTo>
                  <a:lnTo>
                    <a:pt x="144145" y="18554"/>
                  </a:lnTo>
                  <a:lnTo>
                    <a:pt x="156832" y="23520"/>
                  </a:lnTo>
                  <a:lnTo>
                    <a:pt x="171081" y="23520"/>
                  </a:lnTo>
                  <a:lnTo>
                    <a:pt x="183769" y="17576"/>
                  </a:lnTo>
                  <a:lnTo>
                    <a:pt x="192900" y="7442"/>
                  </a:lnTo>
                  <a:lnTo>
                    <a:pt x="195783" y="0"/>
                  </a:lnTo>
                  <a:close/>
                </a:path>
                <a:path w="721360" h="193675">
                  <a:moveTo>
                    <a:pt x="370763" y="99822"/>
                  </a:moveTo>
                  <a:lnTo>
                    <a:pt x="345033" y="59880"/>
                  </a:lnTo>
                  <a:lnTo>
                    <a:pt x="333095" y="57734"/>
                  </a:lnTo>
                  <a:lnTo>
                    <a:pt x="322999" y="57734"/>
                  </a:lnTo>
                  <a:lnTo>
                    <a:pt x="309511" y="64719"/>
                  </a:lnTo>
                  <a:lnTo>
                    <a:pt x="299999" y="75679"/>
                  </a:lnTo>
                  <a:lnTo>
                    <a:pt x="295427" y="89306"/>
                  </a:lnTo>
                  <a:lnTo>
                    <a:pt x="296722" y="104241"/>
                  </a:lnTo>
                  <a:lnTo>
                    <a:pt x="303695" y="117741"/>
                  </a:lnTo>
                  <a:lnTo>
                    <a:pt x="314655" y="127241"/>
                  </a:lnTo>
                  <a:lnTo>
                    <a:pt x="328269" y="131826"/>
                  </a:lnTo>
                  <a:lnTo>
                    <a:pt x="343204" y="130530"/>
                  </a:lnTo>
                  <a:lnTo>
                    <a:pt x="356692" y="123583"/>
                  </a:lnTo>
                  <a:lnTo>
                    <a:pt x="366191" y="112839"/>
                  </a:lnTo>
                  <a:lnTo>
                    <a:pt x="370763" y="99822"/>
                  </a:lnTo>
                  <a:close/>
                </a:path>
                <a:path w="721360" h="193675">
                  <a:moveTo>
                    <a:pt x="546912" y="46393"/>
                  </a:moveTo>
                  <a:lnTo>
                    <a:pt x="545299" y="31445"/>
                  </a:lnTo>
                  <a:lnTo>
                    <a:pt x="540181" y="20523"/>
                  </a:lnTo>
                  <a:lnTo>
                    <a:pt x="531660" y="12242"/>
                  </a:lnTo>
                  <a:lnTo>
                    <a:pt x="521246" y="7188"/>
                  </a:lnTo>
                  <a:lnTo>
                    <a:pt x="522084" y="7188"/>
                  </a:lnTo>
                  <a:lnTo>
                    <a:pt x="508914" y="5156"/>
                  </a:lnTo>
                  <a:lnTo>
                    <a:pt x="506895" y="5156"/>
                  </a:lnTo>
                  <a:lnTo>
                    <a:pt x="502856" y="7188"/>
                  </a:lnTo>
                  <a:lnTo>
                    <a:pt x="498817" y="7188"/>
                  </a:lnTo>
                  <a:lnTo>
                    <a:pt x="485648" y="14160"/>
                  </a:lnTo>
                  <a:lnTo>
                    <a:pt x="476834" y="25133"/>
                  </a:lnTo>
                  <a:lnTo>
                    <a:pt x="472948" y="38747"/>
                  </a:lnTo>
                  <a:lnTo>
                    <a:pt x="474560" y="53695"/>
                  </a:lnTo>
                  <a:lnTo>
                    <a:pt x="481545" y="66865"/>
                  </a:lnTo>
                  <a:lnTo>
                    <a:pt x="492506" y="75679"/>
                  </a:lnTo>
                  <a:lnTo>
                    <a:pt x="506107" y="79565"/>
                  </a:lnTo>
                  <a:lnTo>
                    <a:pt x="521042" y="77952"/>
                  </a:lnTo>
                  <a:lnTo>
                    <a:pt x="534212" y="70980"/>
                  </a:lnTo>
                  <a:lnTo>
                    <a:pt x="543026" y="60007"/>
                  </a:lnTo>
                  <a:lnTo>
                    <a:pt x="546912" y="46393"/>
                  </a:lnTo>
                  <a:close/>
                </a:path>
                <a:path w="721360" h="193675">
                  <a:moveTo>
                    <a:pt x="720763" y="0"/>
                  </a:moveTo>
                  <a:lnTo>
                    <a:pt x="654024" y="0"/>
                  </a:lnTo>
                  <a:lnTo>
                    <a:pt x="659676" y="10210"/>
                  </a:lnTo>
                  <a:lnTo>
                    <a:pt x="671106" y="18808"/>
                  </a:lnTo>
                  <a:lnTo>
                    <a:pt x="684809" y="22098"/>
                  </a:lnTo>
                  <a:lnTo>
                    <a:pt x="698893" y="19316"/>
                  </a:lnTo>
                  <a:lnTo>
                    <a:pt x="712025" y="12052"/>
                  </a:lnTo>
                  <a:lnTo>
                    <a:pt x="720610" y="609"/>
                  </a:lnTo>
                  <a:lnTo>
                    <a:pt x="720763" y="0"/>
                  </a:lnTo>
                  <a:close/>
                </a:path>
              </a:pathLst>
            </a:custGeom>
            <a:solidFill>
              <a:srgbClr val="2E4D6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14923720" y="0"/>
            <a:ext cx="3364865" cy="4344035"/>
            <a:chOff x="14923720" y="0"/>
            <a:chExt cx="3364865" cy="4344035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52683" y="0"/>
              <a:ext cx="2235315" cy="120394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47554" y="0"/>
              <a:ext cx="2540444" cy="127871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493668" y="0"/>
              <a:ext cx="2794330" cy="135422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89373" y="0"/>
              <a:ext cx="2998625" cy="143207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091460" y="0"/>
              <a:ext cx="3196538" cy="15192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923720" y="0"/>
              <a:ext cx="3364278" cy="160247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350710" y="0"/>
              <a:ext cx="2937288" cy="27178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965670" y="0"/>
              <a:ext cx="1322328" cy="40005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471936" y="0"/>
              <a:ext cx="1816062" cy="4343840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0" y="6811534"/>
            <a:ext cx="1978025" cy="3475990"/>
            <a:chOff x="0" y="6811534"/>
            <a:chExt cx="1978025" cy="3475990"/>
          </a:xfrm>
        </p:grpSpPr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0" y="8990089"/>
              <a:ext cx="1977882" cy="129691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0" y="8061798"/>
              <a:ext cx="1899787" cy="222520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0" y="6811534"/>
              <a:ext cx="1727195" cy="3475465"/>
            </a:xfrm>
            <a:prstGeom prst="rect">
              <a:avLst/>
            </a:prstGeom>
          </p:spPr>
        </p:pic>
      </p:grp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1800009" y="2784756"/>
          <a:ext cx="13067030" cy="7186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1200"/>
                <a:gridCol w="7161530"/>
              </a:tblGrid>
              <a:tr h="1075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25"/>
                        </a:spcBef>
                      </a:pPr>
                      <a:r>
                        <a:rPr dirty="0" sz="2800" spc="-10" b="1">
                          <a:latin typeface="Trebuchet MS"/>
                          <a:cs typeface="Trebuchet MS"/>
                        </a:rPr>
                        <a:t>Requirement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B="0" marT="32067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1915">
                        <a:lnSpc>
                          <a:spcPct val="100000"/>
                        </a:lnSpc>
                        <a:spcBef>
                          <a:spcPts val="2525"/>
                        </a:spcBef>
                      </a:pPr>
                      <a:r>
                        <a:rPr dirty="0" sz="2800" spc="70" b="1">
                          <a:latin typeface="Trebuchet MS"/>
                          <a:cs typeface="Trebuchet MS"/>
                        </a:rPr>
                        <a:t>Details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B="0" marT="32067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200" spc="75">
                          <a:latin typeface="Tahoma"/>
                          <a:cs typeface="Tahoma"/>
                        </a:rPr>
                        <a:t>Processor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 marR="62230">
                        <a:lnSpc>
                          <a:spcPct val="100000"/>
                        </a:lnSpc>
                      </a:pPr>
                      <a:r>
                        <a:rPr dirty="0" sz="2200" spc="185">
                          <a:latin typeface="Tahoma"/>
                          <a:cs typeface="Tahoma"/>
                        </a:rPr>
                        <a:t>Intel</a:t>
                      </a:r>
                      <a:r>
                        <a:rPr dirty="0" sz="2200" spc="-1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05">
                          <a:latin typeface="Tahoma"/>
                          <a:cs typeface="Tahoma"/>
                        </a:rPr>
                        <a:t>Core</a:t>
                      </a:r>
                      <a:r>
                        <a:rPr dirty="0" sz="22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35">
                          <a:latin typeface="Tahoma"/>
                          <a:cs typeface="Tahoma"/>
                        </a:rPr>
                        <a:t>i3</a:t>
                      </a:r>
                      <a:r>
                        <a:rPr dirty="0" sz="22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55"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22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50">
                          <a:latin typeface="Tahoma"/>
                          <a:cs typeface="Tahoma"/>
                        </a:rPr>
                        <a:t>above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 marR="62230">
                        <a:lnSpc>
                          <a:spcPct val="100000"/>
                        </a:lnSpc>
                      </a:pPr>
                      <a:r>
                        <a:rPr dirty="0" sz="2200" spc="170">
                          <a:latin typeface="Tahoma"/>
                          <a:cs typeface="Tahoma"/>
                        </a:rPr>
                        <a:t>RAM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 marR="62230">
                        <a:lnSpc>
                          <a:spcPct val="100000"/>
                        </a:lnSpc>
                      </a:pPr>
                      <a:r>
                        <a:rPr dirty="0" sz="2200" spc="130">
                          <a:latin typeface="Tahoma"/>
                          <a:cs typeface="Tahoma"/>
                        </a:rPr>
                        <a:t>Minimum</a:t>
                      </a:r>
                      <a:r>
                        <a:rPr dirty="0" sz="22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30">
                          <a:latin typeface="Tahoma"/>
                          <a:cs typeface="Tahoma"/>
                        </a:rPr>
                        <a:t>4</a:t>
                      </a:r>
                      <a:r>
                        <a:rPr dirty="0" sz="22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85">
                          <a:latin typeface="Tahoma"/>
                          <a:cs typeface="Tahoma"/>
                        </a:rPr>
                        <a:t>GB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 marR="62230">
                        <a:lnSpc>
                          <a:spcPct val="100000"/>
                        </a:lnSpc>
                      </a:pPr>
                      <a:r>
                        <a:rPr dirty="0" sz="2200" spc="85">
                          <a:latin typeface="Tahoma"/>
                          <a:cs typeface="Tahoma"/>
                        </a:rPr>
                        <a:t>Storage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 marR="62230">
                        <a:lnSpc>
                          <a:spcPct val="100000"/>
                        </a:lnSpc>
                      </a:pPr>
                      <a:r>
                        <a:rPr dirty="0" sz="2200" spc="130">
                          <a:latin typeface="Tahoma"/>
                          <a:cs typeface="Tahoma"/>
                        </a:rPr>
                        <a:t>Minimum</a:t>
                      </a:r>
                      <a:r>
                        <a:rPr dirty="0" sz="22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25">
                          <a:latin typeface="Tahoma"/>
                          <a:cs typeface="Tahoma"/>
                        </a:rPr>
                        <a:t>10</a:t>
                      </a:r>
                      <a:r>
                        <a:rPr dirty="0" sz="22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210">
                          <a:latin typeface="Tahoma"/>
                          <a:cs typeface="Tahoma"/>
                        </a:rPr>
                        <a:t>GB</a:t>
                      </a:r>
                      <a:r>
                        <a:rPr dirty="0" sz="2200" spc="-1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85">
                          <a:latin typeface="Tahoma"/>
                          <a:cs typeface="Tahoma"/>
                        </a:rPr>
                        <a:t>free</a:t>
                      </a:r>
                      <a:r>
                        <a:rPr dirty="0" sz="22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75">
                          <a:latin typeface="Tahoma"/>
                          <a:cs typeface="Tahoma"/>
                        </a:rPr>
                        <a:t>space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200" spc="120">
                          <a:latin typeface="Tahoma"/>
                          <a:cs typeface="Tahoma"/>
                        </a:rPr>
                        <a:t>Internet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209550">
                        <a:lnSpc>
                          <a:spcPct val="100000"/>
                        </a:lnSpc>
                      </a:pPr>
                      <a:r>
                        <a:rPr dirty="0" sz="2200" spc="95">
                          <a:latin typeface="Tahoma"/>
                          <a:cs typeface="Tahoma"/>
                        </a:rPr>
                        <a:t>Required</a:t>
                      </a:r>
                      <a:r>
                        <a:rPr dirty="0" sz="22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85"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2200" spc="-1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35">
                          <a:latin typeface="Tahoma"/>
                          <a:cs typeface="Tahoma"/>
                        </a:rPr>
                        <a:t>collecting</a:t>
                      </a:r>
                      <a:r>
                        <a:rPr dirty="0" sz="2200" spc="-1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75">
                          <a:latin typeface="Tahoma"/>
                          <a:cs typeface="Tahoma"/>
                        </a:rPr>
                        <a:t>news</a:t>
                      </a:r>
                      <a:r>
                        <a:rPr dirty="0" sz="2200" spc="-1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80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2200" spc="-1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25">
                          <a:latin typeface="Tahoma"/>
                          <a:cs typeface="Tahoma"/>
                        </a:rPr>
                        <a:t>social</a:t>
                      </a:r>
                      <a:r>
                        <a:rPr dirty="0" sz="2200" spc="-1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105">
                          <a:latin typeface="Tahoma"/>
                          <a:cs typeface="Tahoma"/>
                        </a:rPr>
                        <a:t>media</a:t>
                      </a:r>
                      <a:r>
                        <a:rPr dirty="0" sz="2200" spc="-1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85">
                          <a:latin typeface="Tahoma"/>
                          <a:cs typeface="Tahoma"/>
                        </a:rPr>
                        <a:t>data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 marR="62230">
                        <a:lnSpc>
                          <a:spcPct val="100000"/>
                        </a:lnSpc>
                      </a:pPr>
                      <a:r>
                        <a:rPr dirty="0" sz="2200" spc="105">
                          <a:latin typeface="Tahoma"/>
                          <a:cs typeface="Tahoma"/>
                        </a:rPr>
                        <a:t>System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200" spc="90">
                          <a:latin typeface="Tahoma"/>
                          <a:cs typeface="Tahoma"/>
                        </a:rPr>
                        <a:t>Laptop</a:t>
                      </a:r>
                      <a:r>
                        <a:rPr dirty="0" sz="2200" spc="-1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2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95">
                          <a:latin typeface="Tahoma"/>
                          <a:cs typeface="Tahoma"/>
                        </a:rPr>
                        <a:t>Desktop</a:t>
                      </a:r>
                      <a:r>
                        <a:rPr dirty="0" sz="22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200" spc="95">
                          <a:latin typeface="Tahoma"/>
                          <a:cs typeface="Tahoma"/>
                        </a:rPr>
                        <a:t>Computer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187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790"/>
              <a:t>HARDWARE</a:t>
            </a:r>
            <a:r>
              <a:rPr dirty="0" spc="-355"/>
              <a:t> </a:t>
            </a:r>
            <a:r>
              <a:rPr dirty="0" spc="819"/>
              <a:t>REQUIREMENTS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363681" y="6597967"/>
            <a:ext cx="3924935" cy="3689350"/>
            <a:chOff x="14363681" y="6597967"/>
            <a:chExt cx="3924935" cy="3689350"/>
          </a:xfrm>
        </p:grpSpPr>
        <p:sp>
          <p:nvSpPr>
            <p:cNvPr id="3" name="object 3"/>
            <p:cNvSpPr/>
            <p:nvPr/>
          </p:nvSpPr>
          <p:spPr>
            <a:xfrm>
              <a:off x="15783334" y="6597967"/>
              <a:ext cx="2505075" cy="2686685"/>
            </a:xfrm>
            <a:custGeom>
              <a:avLst/>
              <a:gdLst/>
              <a:ahLst/>
              <a:cxnLst/>
              <a:rect l="l" t="t" r="r" b="b"/>
              <a:pathLst>
                <a:path w="2505075" h="2686684">
                  <a:moveTo>
                    <a:pt x="0" y="2686248"/>
                  </a:moveTo>
                  <a:lnTo>
                    <a:pt x="2504667" y="2443720"/>
                  </a:lnTo>
                  <a:lnTo>
                    <a:pt x="2504667" y="0"/>
                  </a:lnTo>
                  <a:lnTo>
                    <a:pt x="2443463" y="49526"/>
                  </a:lnTo>
                  <a:lnTo>
                    <a:pt x="2411292" y="76489"/>
                  </a:lnTo>
                  <a:lnTo>
                    <a:pt x="2379320" y="103901"/>
                  </a:lnTo>
                  <a:lnTo>
                    <a:pt x="2347545" y="131749"/>
                  </a:lnTo>
                  <a:lnTo>
                    <a:pt x="2315964" y="160020"/>
                  </a:lnTo>
                  <a:lnTo>
                    <a:pt x="2284572" y="188701"/>
                  </a:lnTo>
                  <a:lnTo>
                    <a:pt x="2222344" y="247238"/>
                  </a:lnTo>
                  <a:lnTo>
                    <a:pt x="2160833" y="307254"/>
                  </a:lnTo>
                  <a:lnTo>
                    <a:pt x="2100012" y="368644"/>
                  </a:lnTo>
                  <a:lnTo>
                    <a:pt x="2039854" y="431300"/>
                  </a:lnTo>
                  <a:lnTo>
                    <a:pt x="1980330" y="495116"/>
                  </a:lnTo>
                  <a:lnTo>
                    <a:pt x="1921414" y="559987"/>
                  </a:lnTo>
                  <a:lnTo>
                    <a:pt x="1863078" y="625807"/>
                  </a:lnTo>
                  <a:lnTo>
                    <a:pt x="1805294" y="692468"/>
                  </a:lnTo>
                  <a:lnTo>
                    <a:pt x="1748034" y="759866"/>
                  </a:lnTo>
                  <a:lnTo>
                    <a:pt x="1663067" y="862109"/>
                  </a:lnTo>
                  <a:lnTo>
                    <a:pt x="1579126" y="965412"/>
                  </a:lnTo>
                  <a:lnTo>
                    <a:pt x="1468638" y="1104176"/>
                  </a:lnTo>
                  <a:lnTo>
                    <a:pt x="1012422" y="1688072"/>
                  </a:lnTo>
                  <a:lnTo>
                    <a:pt x="907013" y="1819437"/>
                  </a:lnTo>
                  <a:lnTo>
                    <a:pt x="828151" y="1915341"/>
                  </a:lnTo>
                  <a:lnTo>
                    <a:pt x="749353" y="2008601"/>
                  </a:lnTo>
                  <a:lnTo>
                    <a:pt x="696810" y="2069129"/>
                  </a:lnTo>
                  <a:lnTo>
                    <a:pt x="644226" y="2128216"/>
                  </a:lnTo>
                  <a:lnTo>
                    <a:pt x="591574" y="2185756"/>
                  </a:lnTo>
                  <a:lnTo>
                    <a:pt x="538826" y="2241643"/>
                  </a:lnTo>
                  <a:lnTo>
                    <a:pt x="485954" y="2295771"/>
                  </a:lnTo>
                  <a:lnTo>
                    <a:pt x="432931" y="2348034"/>
                  </a:lnTo>
                  <a:lnTo>
                    <a:pt x="379729" y="2398325"/>
                  </a:lnTo>
                  <a:lnTo>
                    <a:pt x="326322" y="2446539"/>
                  </a:lnTo>
                  <a:lnTo>
                    <a:pt x="272680" y="2492569"/>
                  </a:lnTo>
                  <a:lnTo>
                    <a:pt x="218777" y="2536310"/>
                  </a:lnTo>
                  <a:lnTo>
                    <a:pt x="164585" y="2577654"/>
                  </a:lnTo>
                  <a:lnTo>
                    <a:pt x="110077" y="2616495"/>
                  </a:lnTo>
                  <a:lnTo>
                    <a:pt x="55224" y="2652729"/>
                  </a:lnTo>
                  <a:lnTo>
                    <a:pt x="27660" y="2669834"/>
                  </a:lnTo>
                  <a:lnTo>
                    <a:pt x="0" y="2686248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681" y="7213675"/>
              <a:ext cx="3924320" cy="30733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14036" y="7835800"/>
              <a:ext cx="3773965" cy="24511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246425" y="8751014"/>
              <a:ext cx="2042160" cy="1536065"/>
            </a:xfrm>
            <a:custGeom>
              <a:avLst/>
              <a:gdLst/>
              <a:ahLst/>
              <a:cxnLst/>
              <a:rect l="l" t="t" r="r" b="b"/>
              <a:pathLst>
                <a:path w="2042159" h="1536065">
                  <a:moveTo>
                    <a:pt x="0" y="1535985"/>
                  </a:moveTo>
                  <a:lnTo>
                    <a:pt x="2041576" y="1535985"/>
                  </a:lnTo>
                  <a:lnTo>
                    <a:pt x="2041576" y="0"/>
                  </a:lnTo>
                  <a:lnTo>
                    <a:pt x="1956822" y="62759"/>
                  </a:lnTo>
                  <a:lnTo>
                    <a:pt x="1854556" y="140327"/>
                  </a:lnTo>
                  <a:lnTo>
                    <a:pt x="1643229" y="304965"/>
                  </a:lnTo>
                  <a:lnTo>
                    <a:pt x="1065511" y="762251"/>
                  </a:lnTo>
                  <a:lnTo>
                    <a:pt x="853901" y="925833"/>
                  </a:lnTo>
                  <a:lnTo>
                    <a:pt x="676646" y="1059601"/>
                  </a:lnTo>
                  <a:lnTo>
                    <a:pt x="538731" y="1161294"/>
                  </a:lnTo>
                  <a:lnTo>
                    <a:pt x="396321" y="1263928"/>
                  </a:lnTo>
                  <a:lnTo>
                    <a:pt x="249208" y="1367294"/>
                  </a:lnTo>
                  <a:lnTo>
                    <a:pt x="97181" y="1471182"/>
                  </a:lnTo>
                  <a:lnTo>
                    <a:pt x="0" y="1535985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88739" y="9056222"/>
              <a:ext cx="1999261" cy="123077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42296" y="9253541"/>
              <a:ext cx="1845705" cy="1033458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0" y="0"/>
            <a:ext cx="5422900" cy="4474845"/>
            <a:chOff x="0" y="0"/>
            <a:chExt cx="5422900" cy="4474845"/>
          </a:xfrm>
        </p:grpSpPr>
        <p:sp>
          <p:nvSpPr>
            <p:cNvPr id="10" name="object 10"/>
            <p:cNvSpPr/>
            <p:nvPr/>
          </p:nvSpPr>
          <p:spPr>
            <a:xfrm>
              <a:off x="0" y="1356624"/>
              <a:ext cx="3295650" cy="3117850"/>
            </a:xfrm>
            <a:custGeom>
              <a:avLst/>
              <a:gdLst/>
              <a:ahLst/>
              <a:cxnLst/>
              <a:rect l="l" t="t" r="r" b="b"/>
              <a:pathLst>
                <a:path w="3295650" h="3117850">
                  <a:moveTo>
                    <a:pt x="3295146" y="0"/>
                  </a:moveTo>
                  <a:lnTo>
                    <a:pt x="0" y="319070"/>
                  </a:lnTo>
                  <a:lnTo>
                    <a:pt x="0" y="3117650"/>
                  </a:lnTo>
                  <a:lnTo>
                    <a:pt x="48587" y="3102301"/>
                  </a:lnTo>
                  <a:lnTo>
                    <a:pt x="86312" y="3089338"/>
                  </a:lnTo>
                  <a:lnTo>
                    <a:pt x="123757" y="3075620"/>
                  </a:lnTo>
                  <a:lnTo>
                    <a:pt x="160927" y="3061160"/>
                  </a:lnTo>
                  <a:lnTo>
                    <a:pt x="197824" y="3045973"/>
                  </a:lnTo>
                  <a:lnTo>
                    <a:pt x="234452" y="3030070"/>
                  </a:lnTo>
                  <a:lnTo>
                    <a:pt x="270814" y="3013467"/>
                  </a:lnTo>
                  <a:lnTo>
                    <a:pt x="306915" y="2996174"/>
                  </a:lnTo>
                  <a:lnTo>
                    <a:pt x="342756" y="2978207"/>
                  </a:lnTo>
                  <a:lnTo>
                    <a:pt x="378343" y="2959578"/>
                  </a:lnTo>
                  <a:lnTo>
                    <a:pt x="413677" y="2940301"/>
                  </a:lnTo>
                  <a:lnTo>
                    <a:pt x="448763" y="2920388"/>
                  </a:lnTo>
                  <a:lnTo>
                    <a:pt x="483605" y="2899854"/>
                  </a:lnTo>
                  <a:lnTo>
                    <a:pt x="518205" y="2878710"/>
                  </a:lnTo>
                  <a:lnTo>
                    <a:pt x="552567" y="2856972"/>
                  </a:lnTo>
                  <a:lnTo>
                    <a:pt x="586694" y="2834651"/>
                  </a:lnTo>
                  <a:lnTo>
                    <a:pt x="620590" y="2811761"/>
                  </a:lnTo>
                  <a:lnTo>
                    <a:pt x="654259" y="2788316"/>
                  </a:lnTo>
                  <a:lnTo>
                    <a:pt x="687703" y="2764329"/>
                  </a:lnTo>
                  <a:lnTo>
                    <a:pt x="720927" y="2739812"/>
                  </a:lnTo>
                  <a:lnTo>
                    <a:pt x="753933" y="2714780"/>
                  </a:lnTo>
                  <a:lnTo>
                    <a:pt x="786726" y="2689245"/>
                  </a:lnTo>
                  <a:lnTo>
                    <a:pt x="819308" y="2663221"/>
                  </a:lnTo>
                  <a:lnTo>
                    <a:pt x="851683" y="2636721"/>
                  </a:lnTo>
                  <a:lnTo>
                    <a:pt x="883854" y="2609758"/>
                  </a:lnTo>
                  <a:lnTo>
                    <a:pt x="915826" y="2582346"/>
                  </a:lnTo>
                  <a:lnTo>
                    <a:pt x="947600" y="2554498"/>
                  </a:lnTo>
                  <a:lnTo>
                    <a:pt x="979182" y="2526227"/>
                  </a:lnTo>
                  <a:lnTo>
                    <a:pt x="1010574" y="2497546"/>
                  </a:lnTo>
                  <a:lnTo>
                    <a:pt x="1072802" y="2439009"/>
                  </a:lnTo>
                  <a:lnTo>
                    <a:pt x="1134313" y="2378993"/>
                  </a:lnTo>
                  <a:lnTo>
                    <a:pt x="1195134" y="2317604"/>
                  </a:lnTo>
                  <a:lnTo>
                    <a:pt x="1255292" y="2254948"/>
                  </a:lnTo>
                  <a:lnTo>
                    <a:pt x="1314815" y="2191131"/>
                  </a:lnTo>
                  <a:lnTo>
                    <a:pt x="1373731" y="2126260"/>
                  </a:lnTo>
                  <a:lnTo>
                    <a:pt x="1432068" y="2060440"/>
                  </a:lnTo>
                  <a:lnTo>
                    <a:pt x="1489852" y="1993779"/>
                  </a:lnTo>
                  <a:lnTo>
                    <a:pt x="1547112" y="1926382"/>
                  </a:lnTo>
                  <a:lnTo>
                    <a:pt x="1632078" y="1824138"/>
                  </a:lnTo>
                  <a:lnTo>
                    <a:pt x="1716020" y="1720835"/>
                  </a:lnTo>
                  <a:lnTo>
                    <a:pt x="1826508" y="1582071"/>
                  </a:lnTo>
                  <a:lnTo>
                    <a:pt x="2282724" y="998175"/>
                  </a:lnTo>
                  <a:lnTo>
                    <a:pt x="2388132" y="866810"/>
                  </a:lnTo>
                  <a:lnTo>
                    <a:pt x="2466994" y="770906"/>
                  </a:lnTo>
                  <a:lnTo>
                    <a:pt x="2545793" y="677646"/>
                  </a:lnTo>
                  <a:lnTo>
                    <a:pt x="2598336" y="617118"/>
                  </a:lnTo>
                  <a:lnTo>
                    <a:pt x="2650920" y="558032"/>
                  </a:lnTo>
                  <a:lnTo>
                    <a:pt x="2703572" y="500491"/>
                  </a:lnTo>
                  <a:lnTo>
                    <a:pt x="2756320" y="444604"/>
                  </a:lnTo>
                  <a:lnTo>
                    <a:pt x="2809192" y="390476"/>
                  </a:lnTo>
                  <a:lnTo>
                    <a:pt x="2862215" y="338213"/>
                  </a:lnTo>
                  <a:lnTo>
                    <a:pt x="2915416" y="287922"/>
                  </a:lnTo>
                  <a:lnTo>
                    <a:pt x="2968824" y="239708"/>
                  </a:lnTo>
                  <a:lnTo>
                    <a:pt x="3022465" y="193678"/>
                  </a:lnTo>
                  <a:lnTo>
                    <a:pt x="3076368" y="149938"/>
                  </a:lnTo>
                  <a:lnTo>
                    <a:pt x="3130560" y="108594"/>
                  </a:lnTo>
                  <a:lnTo>
                    <a:pt x="3185069" y="69752"/>
                  </a:lnTo>
                  <a:lnTo>
                    <a:pt x="3239922" y="33518"/>
                  </a:lnTo>
                  <a:lnTo>
                    <a:pt x="3267486" y="16413"/>
                  </a:lnTo>
                  <a:lnTo>
                    <a:pt x="3295146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5422359" cy="376053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5279780" cy="305598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0"/>
              <a:ext cx="3399790" cy="2352675"/>
            </a:xfrm>
            <a:custGeom>
              <a:avLst/>
              <a:gdLst/>
              <a:ahLst/>
              <a:cxnLst/>
              <a:rect l="l" t="t" r="r" b="b"/>
              <a:pathLst>
                <a:path w="3399790" h="2352675">
                  <a:moveTo>
                    <a:pt x="3399780" y="0"/>
                  </a:moveTo>
                  <a:lnTo>
                    <a:pt x="1862198" y="0"/>
                  </a:lnTo>
                  <a:lnTo>
                    <a:pt x="0" y="75411"/>
                  </a:lnTo>
                  <a:lnTo>
                    <a:pt x="0" y="2352466"/>
                  </a:lnTo>
                  <a:lnTo>
                    <a:pt x="19172" y="2345049"/>
                  </a:lnTo>
                  <a:lnTo>
                    <a:pt x="80419" y="2319603"/>
                  </a:lnTo>
                  <a:lnTo>
                    <a:pt x="141775" y="2291852"/>
                  </a:lnTo>
                  <a:lnTo>
                    <a:pt x="203303" y="2261859"/>
                  </a:lnTo>
                  <a:lnTo>
                    <a:pt x="265062" y="2229684"/>
                  </a:lnTo>
                  <a:lnTo>
                    <a:pt x="327117" y="2195390"/>
                  </a:lnTo>
                  <a:lnTo>
                    <a:pt x="389528" y="2159038"/>
                  </a:lnTo>
                  <a:lnTo>
                    <a:pt x="452358" y="2120691"/>
                  </a:lnTo>
                  <a:lnTo>
                    <a:pt x="515669" y="2080410"/>
                  </a:lnTo>
                  <a:lnTo>
                    <a:pt x="579521" y="2038258"/>
                  </a:lnTo>
                  <a:lnTo>
                    <a:pt x="611671" y="2016499"/>
                  </a:lnTo>
                  <a:lnTo>
                    <a:pt x="676453" y="1971654"/>
                  </a:lnTo>
                  <a:lnTo>
                    <a:pt x="741933" y="1925093"/>
                  </a:lnTo>
                  <a:lnTo>
                    <a:pt x="808172" y="1876876"/>
                  </a:lnTo>
                  <a:lnTo>
                    <a:pt x="909090" y="1801582"/>
                  </a:lnTo>
                  <a:lnTo>
                    <a:pt x="1046882" y="1695975"/>
                  </a:lnTo>
                  <a:lnTo>
                    <a:pt x="1808021" y="1095221"/>
                  </a:lnTo>
                  <a:lnTo>
                    <a:pt x="2021779" y="930769"/>
                  </a:lnTo>
                  <a:lnTo>
                    <a:pt x="2200893" y="796444"/>
                  </a:lnTo>
                  <a:lnTo>
                    <a:pt x="2340283" y="694414"/>
                  </a:lnTo>
                  <a:lnTo>
                    <a:pt x="2484238" y="591513"/>
                  </a:lnTo>
                  <a:lnTo>
                    <a:pt x="2632966" y="487950"/>
                  </a:lnTo>
                  <a:lnTo>
                    <a:pt x="2734873" y="418643"/>
                  </a:lnTo>
                  <a:lnTo>
                    <a:pt x="2839056" y="349196"/>
                  </a:lnTo>
                  <a:lnTo>
                    <a:pt x="2945578" y="279672"/>
                  </a:lnTo>
                  <a:lnTo>
                    <a:pt x="3054500" y="210132"/>
                  </a:lnTo>
                  <a:lnTo>
                    <a:pt x="3165884" y="140638"/>
                  </a:lnTo>
                  <a:lnTo>
                    <a:pt x="3279792" y="71252"/>
                  </a:lnTo>
                  <a:lnTo>
                    <a:pt x="3396287" y="2036"/>
                  </a:lnTo>
                  <a:lnTo>
                    <a:pt x="3399780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3470998" cy="186365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3354848" cy="16400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0"/>
              <a:ext cx="1539875" cy="472440"/>
            </a:xfrm>
            <a:custGeom>
              <a:avLst/>
              <a:gdLst/>
              <a:ahLst/>
              <a:cxnLst/>
              <a:rect l="l" t="t" r="r" b="b"/>
              <a:pathLst>
                <a:path w="1539875" h="472440">
                  <a:moveTo>
                    <a:pt x="1539874" y="0"/>
                  </a:moveTo>
                  <a:lnTo>
                    <a:pt x="0" y="0"/>
                  </a:lnTo>
                  <a:lnTo>
                    <a:pt x="0" y="472096"/>
                  </a:lnTo>
                  <a:lnTo>
                    <a:pt x="41561" y="466243"/>
                  </a:lnTo>
                  <a:lnTo>
                    <a:pt x="79609" y="460423"/>
                  </a:lnTo>
                  <a:lnTo>
                    <a:pt x="117398" y="454221"/>
                  </a:lnTo>
                  <a:lnTo>
                    <a:pt x="154937" y="447647"/>
                  </a:lnTo>
                  <a:lnTo>
                    <a:pt x="229313" y="433421"/>
                  </a:lnTo>
                  <a:lnTo>
                    <a:pt x="302826" y="417816"/>
                  </a:lnTo>
                  <a:lnTo>
                    <a:pt x="375567" y="400906"/>
                  </a:lnTo>
                  <a:lnTo>
                    <a:pt x="447624" y="382765"/>
                  </a:lnTo>
                  <a:lnTo>
                    <a:pt x="519086" y="363464"/>
                  </a:lnTo>
                  <a:lnTo>
                    <a:pt x="590044" y="343078"/>
                  </a:lnTo>
                  <a:lnTo>
                    <a:pt x="660585" y="321679"/>
                  </a:lnTo>
                  <a:lnTo>
                    <a:pt x="730800" y="299340"/>
                  </a:lnTo>
                  <a:lnTo>
                    <a:pt x="835705" y="264231"/>
                  </a:lnTo>
                  <a:lnTo>
                    <a:pt x="975269" y="214811"/>
                  </a:lnTo>
                  <a:lnTo>
                    <a:pt x="1539874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5671" y="11"/>
              <a:ext cx="965835" cy="313690"/>
            </a:xfrm>
            <a:custGeom>
              <a:avLst/>
              <a:gdLst/>
              <a:ahLst/>
              <a:cxnLst/>
              <a:rect l="l" t="t" r="r" b="b"/>
              <a:pathLst>
                <a:path w="965835" h="313690">
                  <a:moveTo>
                    <a:pt x="72745" y="270738"/>
                  </a:moveTo>
                  <a:lnTo>
                    <a:pt x="67919" y="258318"/>
                  </a:lnTo>
                  <a:lnTo>
                    <a:pt x="59867" y="248754"/>
                  </a:lnTo>
                  <a:lnTo>
                    <a:pt x="49161" y="242582"/>
                  </a:lnTo>
                  <a:lnTo>
                    <a:pt x="36372" y="240411"/>
                  </a:lnTo>
                  <a:lnTo>
                    <a:pt x="34353" y="238391"/>
                  </a:lnTo>
                  <a:lnTo>
                    <a:pt x="32334" y="240411"/>
                  </a:lnTo>
                  <a:lnTo>
                    <a:pt x="30314" y="240411"/>
                  </a:lnTo>
                  <a:lnTo>
                    <a:pt x="16484" y="245910"/>
                  </a:lnTo>
                  <a:lnTo>
                    <a:pt x="6057" y="255574"/>
                  </a:lnTo>
                  <a:lnTo>
                    <a:pt x="190" y="268274"/>
                  </a:lnTo>
                  <a:lnTo>
                    <a:pt x="0" y="282867"/>
                  </a:lnTo>
                  <a:lnTo>
                    <a:pt x="5486" y="296710"/>
                  </a:lnTo>
                  <a:lnTo>
                    <a:pt x="15151" y="307136"/>
                  </a:lnTo>
                  <a:lnTo>
                    <a:pt x="28257" y="313207"/>
                  </a:lnTo>
                  <a:lnTo>
                    <a:pt x="42430" y="313207"/>
                  </a:lnTo>
                  <a:lnTo>
                    <a:pt x="56261" y="307708"/>
                  </a:lnTo>
                  <a:lnTo>
                    <a:pt x="66687" y="298043"/>
                  </a:lnTo>
                  <a:lnTo>
                    <a:pt x="72555" y="285330"/>
                  </a:lnTo>
                  <a:lnTo>
                    <a:pt x="72745" y="270738"/>
                  </a:lnTo>
                  <a:close/>
                </a:path>
                <a:path w="965835" h="313690">
                  <a:moveTo>
                    <a:pt x="87020" y="134531"/>
                  </a:moveTo>
                  <a:lnTo>
                    <a:pt x="64160" y="92951"/>
                  </a:lnTo>
                  <a:lnTo>
                    <a:pt x="52539" y="90766"/>
                  </a:lnTo>
                  <a:lnTo>
                    <a:pt x="52539" y="92951"/>
                  </a:lnTo>
                  <a:lnTo>
                    <a:pt x="46088" y="92951"/>
                  </a:lnTo>
                  <a:lnTo>
                    <a:pt x="32969" y="98259"/>
                  </a:lnTo>
                  <a:lnTo>
                    <a:pt x="23241" y="107708"/>
                  </a:lnTo>
                  <a:lnTo>
                    <a:pt x="18059" y="119811"/>
                  </a:lnTo>
                  <a:lnTo>
                    <a:pt x="18186" y="133235"/>
                  </a:lnTo>
                  <a:lnTo>
                    <a:pt x="23647" y="145910"/>
                  </a:lnTo>
                  <a:lnTo>
                    <a:pt x="33083" y="155727"/>
                  </a:lnTo>
                  <a:lnTo>
                    <a:pt x="45516" y="161544"/>
                  </a:lnTo>
                  <a:lnTo>
                    <a:pt x="58597" y="161544"/>
                  </a:lnTo>
                  <a:lnTo>
                    <a:pt x="72123" y="156083"/>
                  </a:lnTo>
                  <a:lnTo>
                    <a:pt x="81838" y="146634"/>
                  </a:lnTo>
                  <a:lnTo>
                    <a:pt x="87020" y="134531"/>
                  </a:lnTo>
                  <a:close/>
                </a:path>
                <a:path w="965835" h="313690">
                  <a:moveTo>
                    <a:pt x="94081" y="0"/>
                  </a:moveTo>
                  <a:lnTo>
                    <a:pt x="47409" y="0"/>
                  </a:lnTo>
                  <a:lnTo>
                    <a:pt x="52285" y="5080"/>
                  </a:lnTo>
                  <a:lnTo>
                    <a:pt x="63690" y="10045"/>
                  </a:lnTo>
                  <a:lnTo>
                    <a:pt x="76796" y="9880"/>
                  </a:lnTo>
                  <a:lnTo>
                    <a:pt x="89141" y="4737"/>
                  </a:lnTo>
                  <a:lnTo>
                    <a:pt x="94081" y="0"/>
                  </a:lnTo>
                  <a:close/>
                </a:path>
                <a:path w="965835" h="313690">
                  <a:moveTo>
                    <a:pt x="254762" y="249250"/>
                  </a:moveTo>
                  <a:lnTo>
                    <a:pt x="241757" y="213360"/>
                  </a:lnTo>
                  <a:lnTo>
                    <a:pt x="218262" y="206032"/>
                  </a:lnTo>
                  <a:lnTo>
                    <a:pt x="216242" y="204012"/>
                  </a:lnTo>
                  <a:lnTo>
                    <a:pt x="214210" y="204012"/>
                  </a:lnTo>
                  <a:lnTo>
                    <a:pt x="210172" y="206032"/>
                  </a:lnTo>
                  <a:lnTo>
                    <a:pt x="196659" y="211848"/>
                  </a:lnTo>
                  <a:lnTo>
                    <a:pt x="186918" y="222237"/>
                  </a:lnTo>
                  <a:lnTo>
                    <a:pt x="181749" y="235610"/>
                  </a:lnTo>
                  <a:lnTo>
                    <a:pt x="181876" y="250520"/>
                  </a:lnTo>
                  <a:lnTo>
                    <a:pt x="187693" y="264045"/>
                  </a:lnTo>
                  <a:lnTo>
                    <a:pt x="198043" y="273773"/>
                  </a:lnTo>
                  <a:lnTo>
                    <a:pt x="211442" y="278955"/>
                  </a:lnTo>
                  <a:lnTo>
                    <a:pt x="226047" y="278955"/>
                  </a:lnTo>
                  <a:lnTo>
                    <a:pt x="239852" y="273011"/>
                  </a:lnTo>
                  <a:lnTo>
                    <a:pt x="249580" y="262648"/>
                  </a:lnTo>
                  <a:lnTo>
                    <a:pt x="254762" y="249250"/>
                  </a:lnTo>
                  <a:close/>
                </a:path>
                <a:path w="965835" h="313690">
                  <a:moveTo>
                    <a:pt x="264896" y="98450"/>
                  </a:moveTo>
                  <a:lnTo>
                    <a:pt x="264756" y="86283"/>
                  </a:lnTo>
                  <a:lnTo>
                    <a:pt x="264744" y="84709"/>
                  </a:lnTo>
                  <a:lnTo>
                    <a:pt x="259994" y="73583"/>
                  </a:lnTo>
                  <a:lnTo>
                    <a:pt x="252107" y="64477"/>
                  </a:lnTo>
                  <a:lnTo>
                    <a:pt x="241998" y="58547"/>
                  </a:lnTo>
                  <a:lnTo>
                    <a:pt x="230378" y="56400"/>
                  </a:lnTo>
                  <a:lnTo>
                    <a:pt x="226339" y="56400"/>
                  </a:lnTo>
                  <a:lnTo>
                    <a:pt x="222021" y="58547"/>
                  </a:lnTo>
                  <a:lnTo>
                    <a:pt x="209956" y="63919"/>
                  </a:lnTo>
                  <a:lnTo>
                    <a:pt x="200825" y="73583"/>
                  </a:lnTo>
                  <a:lnTo>
                    <a:pt x="195872" y="86283"/>
                  </a:lnTo>
                  <a:lnTo>
                    <a:pt x="195999" y="98450"/>
                  </a:lnTo>
                  <a:lnTo>
                    <a:pt x="196024" y="100876"/>
                  </a:lnTo>
                  <a:lnTo>
                    <a:pt x="201523" y="113233"/>
                  </a:lnTo>
                  <a:lnTo>
                    <a:pt x="211188" y="122364"/>
                  </a:lnTo>
                  <a:lnTo>
                    <a:pt x="223875" y="127330"/>
                  </a:lnTo>
                  <a:lnTo>
                    <a:pt x="238125" y="127330"/>
                  </a:lnTo>
                  <a:lnTo>
                    <a:pt x="250812" y="121386"/>
                  </a:lnTo>
                  <a:lnTo>
                    <a:pt x="259943" y="111239"/>
                  </a:lnTo>
                  <a:lnTo>
                    <a:pt x="264896" y="98450"/>
                  </a:lnTo>
                  <a:close/>
                </a:path>
                <a:path w="965835" h="313690">
                  <a:moveTo>
                    <a:pt x="437819" y="203631"/>
                  </a:moveTo>
                  <a:lnTo>
                    <a:pt x="412076" y="163690"/>
                  </a:lnTo>
                  <a:lnTo>
                    <a:pt x="400151" y="161544"/>
                  </a:lnTo>
                  <a:lnTo>
                    <a:pt x="390042" y="161544"/>
                  </a:lnTo>
                  <a:lnTo>
                    <a:pt x="376555" y="168529"/>
                  </a:lnTo>
                  <a:lnTo>
                    <a:pt x="367055" y="179489"/>
                  </a:lnTo>
                  <a:lnTo>
                    <a:pt x="362470" y="193103"/>
                  </a:lnTo>
                  <a:lnTo>
                    <a:pt x="363766" y="208051"/>
                  </a:lnTo>
                  <a:lnTo>
                    <a:pt x="370751" y="221551"/>
                  </a:lnTo>
                  <a:lnTo>
                    <a:pt x="381698" y="231051"/>
                  </a:lnTo>
                  <a:lnTo>
                    <a:pt x="395312" y="235635"/>
                  </a:lnTo>
                  <a:lnTo>
                    <a:pt x="410248" y="234340"/>
                  </a:lnTo>
                  <a:lnTo>
                    <a:pt x="423735" y="227393"/>
                  </a:lnTo>
                  <a:lnTo>
                    <a:pt x="433235" y="216649"/>
                  </a:lnTo>
                  <a:lnTo>
                    <a:pt x="437819" y="203631"/>
                  </a:lnTo>
                  <a:close/>
                </a:path>
                <a:path w="965835" h="313690">
                  <a:moveTo>
                    <a:pt x="441883" y="52819"/>
                  </a:moveTo>
                  <a:lnTo>
                    <a:pt x="440563" y="38201"/>
                  </a:lnTo>
                  <a:lnTo>
                    <a:pt x="435762" y="27266"/>
                  </a:lnTo>
                  <a:lnTo>
                    <a:pt x="427926" y="18986"/>
                  </a:lnTo>
                  <a:lnTo>
                    <a:pt x="418185" y="13931"/>
                  </a:lnTo>
                  <a:lnTo>
                    <a:pt x="419023" y="13931"/>
                  </a:lnTo>
                  <a:lnTo>
                    <a:pt x="406209" y="11912"/>
                  </a:lnTo>
                  <a:lnTo>
                    <a:pt x="402170" y="13931"/>
                  </a:lnTo>
                  <a:lnTo>
                    <a:pt x="396100" y="13931"/>
                  </a:lnTo>
                  <a:lnTo>
                    <a:pt x="383781" y="19748"/>
                  </a:lnTo>
                  <a:lnTo>
                    <a:pt x="374878" y="30111"/>
                  </a:lnTo>
                  <a:lnTo>
                    <a:pt x="370522" y="43510"/>
                  </a:lnTo>
                  <a:lnTo>
                    <a:pt x="371856" y="58420"/>
                  </a:lnTo>
                  <a:lnTo>
                    <a:pt x="378510" y="70739"/>
                  </a:lnTo>
                  <a:lnTo>
                    <a:pt x="388772" y="79654"/>
                  </a:lnTo>
                  <a:lnTo>
                    <a:pt x="401688" y="84010"/>
                  </a:lnTo>
                  <a:lnTo>
                    <a:pt x="416306" y="82689"/>
                  </a:lnTo>
                  <a:lnTo>
                    <a:pt x="428625" y="76022"/>
                  </a:lnTo>
                  <a:lnTo>
                    <a:pt x="437527" y="65747"/>
                  </a:lnTo>
                  <a:lnTo>
                    <a:pt x="441883" y="52819"/>
                  </a:lnTo>
                  <a:close/>
                </a:path>
                <a:path w="965835" h="313690">
                  <a:moveTo>
                    <a:pt x="613956" y="150202"/>
                  </a:moveTo>
                  <a:lnTo>
                    <a:pt x="612343" y="135255"/>
                  </a:lnTo>
                  <a:lnTo>
                    <a:pt x="607225" y="124320"/>
                  </a:lnTo>
                  <a:lnTo>
                    <a:pt x="598703" y="116052"/>
                  </a:lnTo>
                  <a:lnTo>
                    <a:pt x="588289" y="110998"/>
                  </a:lnTo>
                  <a:lnTo>
                    <a:pt x="589140" y="110998"/>
                  </a:lnTo>
                  <a:lnTo>
                    <a:pt x="575970" y="108966"/>
                  </a:lnTo>
                  <a:lnTo>
                    <a:pt x="573938" y="108966"/>
                  </a:lnTo>
                  <a:lnTo>
                    <a:pt x="569899" y="110998"/>
                  </a:lnTo>
                  <a:lnTo>
                    <a:pt x="565861" y="110998"/>
                  </a:lnTo>
                  <a:lnTo>
                    <a:pt x="552691" y="117970"/>
                  </a:lnTo>
                  <a:lnTo>
                    <a:pt x="543877" y="128943"/>
                  </a:lnTo>
                  <a:lnTo>
                    <a:pt x="540004" y="142557"/>
                  </a:lnTo>
                  <a:lnTo>
                    <a:pt x="541604" y="157505"/>
                  </a:lnTo>
                  <a:lnTo>
                    <a:pt x="548589" y="170675"/>
                  </a:lnTo>
                  <a:lnTo>
                    <a:pt x="559549" y="179489"/>
                  </a:lnTo>
                  <a:lnTo>
                    <a:pt x="573151" y="183375"/>
                  </a:lnTo>
                  <a:lnTo>
                    <a:pt x="588086" y="181762"/>
                  </a:lnTo>
                  <a:lnTo>
                    <a:pt x="601256" y="174790"/>
                  </a:lnTo>
                  <a:lnTo>
                    <a:pt x="610069" y="163817"/>
                  </a:lnTo>
                  <a:lnTo>
                    <a:pt x="613956" y="150202"/>
                  </a:lnTo>
                  <a:close/>
                </a:path>
                <a:path w="965835" h="313690">
                  <a:moveTo>
                    <a:pt x="614832" y="3441"/>
                  </a:moveTo>
                  <a:lnTo>
                    <a:pt x="614718" y="0"/>
                  </a:lnTo>
                  <a:lnTo>
                    <a:pt x="544703" y="0"/>
                  </a:lnTo>
                  <a:lnTo>
                    <a:pt x="545655" y="9880"/>
                  </a:lnTo>
                  <a:lnTo>
                    <a:pt x="552602" y="21920"/>
                  </a:lnTo>
                  <a:lnTo>
                    <a:pt x="563333" y="30365"/>
                  </a:lnTo>
                  <a:lnTo>
                    <a:pt x="576351" y="34620"/>
                  </a:lnTo>
                  <a:lnTo>
                    <a:pt x="590118" y="34150"/>
                  </a:lnTo>
                  <a:lnTo>
                    <a:pt x="602145" y="27203"/>
                  </a:lnTo>
                  <a:lnTo>
                    <a:pt x="610577" y="16459"/>
                  </a:lnTo>
                  <a:lnTo>
                    <a:pt x="614832" y="3441"/>
                  </a:lnTo>
                  <a:close/>
                </a:path>
                <a:path w="965835" h="313690">
                  <a:moveTo>
                    <a:pt x="790943" y="90703"/>
                  </a:moveTo>
                  <a:lnTo>
                    <a:pt x="764298" y="53009"/>
                  </a:lnTo>
                  <a:lnTo>
                    <a:pt x="753808" y="52349"/>
                  </a:lnTo>
                  <a:lnTo>
                    <a:pt x="745731" y="52349"/>
                  </a:lnTo>
                  <a:lnTo>
                    <a:pt x="741680" y="54368"/>
                  </a:lnTo>
                  <a:lnTo>
                    <a:pt x="728548" y="61645"/>
                  </a:lnTo>
                  <a:lnTo>
                    <a:pt x="719963" y="73075"/>
                  </a:lnTo>
                  <a:lnTo>
                    <a:pt x="716673" y="86791"/>
                  </a:lnTo>
                  <a:lnTo>
                    <a:pt x="719455" y="100876"/>
                  </a:lnTo>
                  <a:lnTo>
                    <a:pt x="726719" y="114020"/>
                  </a:lnTo>
                  <a:lnTo>
                    <a:pt x="738149" y="122618"/>
                  </a:lnTo>
                  <a:lnTo>
                    <a:pt x="751852" y="125907"/>
                  </a:lnTo>
                  <a:lnTo>
                    <a:pt x="765937" y="123126"/>
                  </a:lnTo>
                  <a:lnTo>
                    <a:pt x="779068" y="115862"/>
                  </a:lnTo>
                  <a:lnTo>
                    <a:pt x="787654" y="104419"/>
                  </a:lnTo>
                  <a:lnTo>
                    <a:pt x="790943" y="90703"/>
                  </a:lnTo>
                  <a:close/>
                </a:path>
                <a:path w="965835" h="313690">
                  <a:moveTo>
                    <a:pt x="965631" y="29197"/>
                  </a:moveTo>
                  <a:lnTo>
                    <a:pt x="963993" y="13931"/>
                  </a:lnTo>
                  <a:lnTo>
                    <a:pt x="958049" y="4165"/>
                  </a:lnTo>
                  <a:lnTo>
                    <a:pt x="953592" y="0"/>
                  </a:lnTo>
                  <a:lnTo>
                    <a:pt x="902779" y="0"/>
                  </a:lnTo>
                  <a:lnTo>
                    <a:pt x="895273" y="10642"/>
                  </a:lnTo>
                  <a:lnTo>
                    <a:pt x="891616" y="24955"/>
                  </a:lnTo>
                  <a:lnTo>
                    <a:pt x="893254" y="40220"/>
                  </a:lnTo>
                  <a:lnTo>
                    <a:pt x="900544" y="53365"/>
                  </a:lnTo>
                  <a:lnTo>
                    <a:pt x="912202" y="61950"/>
                  </a:lnTo>
                  <a:lnTo>
                    <a:pt x="926503" y="65239"/>
                  </a:lnTo>
                  <a:lnTo>
                    <a:pt x="941755" y="62458"/>
                  </a:lnTo>
                  <a:lnTo>
                    <a:pt x="953757" y="55168"/>
                  </a:lnTo>
                  <a:lnTo>
                    <a:pt x="961961" y="43510"/>
                  </a:lnTo>
                  <a:lnTo>
                    <a:pt x="965631" y="29197"/>
                  </a:lnTo>
                  <a:close/>
                </a:path>
              </a:pathLst>
            </a:custGeom>
            <a:solidFill>
              <a:srgbClr val="2E4D6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14923720" y="0"/>
            <a:ext cx="3364865" cy="4344035"/>
            <a:chOff x="14923720" y="0"/>
            <a:chExt cx="3364865" cy="4344035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52683" y="0"/>
              <a:ext cx="2235315" cy="120394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47554" y="0"/>
              <a:ext cx="2540444" cy="127871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493668" y="0"/>
              <a:ext cx="2794330" cy="135422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89373" y="0"/>
              <a:ext cx="2998625" cy="143207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091460" y="0"/>
              <a:ext cx="3196538" cy="15192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923720" y="0"/>
              <a:ext cx="3364278" cy="160247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350710" y="0"/>
              <a:ext cx="2937288" cy="27178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965670" y="0"/>
              <a:ext cx="1322328" cy="40005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471936" y="0"/>
              <a:ext cx="1816062" cy="4343840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0" y="6811534"/>
            <a:ext cx="1978025" cy="3475990"/>
            <a:chOff x="0" y="6811534"/>
            <a:chExt cx="1978025" cy="3475990"/>
          </a:xfrm>
        </p:grpSpPr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0" y="8990089"/>
              <a:ext cx="1977882" cy="129691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0" y="8061798"/>
              <a:ext cx="1899787" cy="222520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0" y="6811534"/>
              <a:ext cx="1727195" cy="3475465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497730" y="2716194"/>
            <a:ext cx="152400" cy="15239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497730" y="3763944"/>
            <a:ext cx="152400" cy="15239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497730" y="4811694"/>
            <a:ext cx="152400" cy="15239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497730" y="5859444"/>
            <a:ext cx="152400" cy="15239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497730" y="6383319"/>
            <a:ext cx="152400" cy="15239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497730" y="6907194"/>
            <a:ext cx="152400" cy="15239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497730" y="7954943"/>
            <a:ext cx="152400" cy="15239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497730" y="8478818"/>
            <a:ext cx="152400" cy="152399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2846384" y="2473713"/>
            <a:ext cx="12131675" cy="6835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55904">
              <a:lnSpc>
                <a:spcPct val="116500"/>
              </a:lnSpc>
              <a:spcBef>
                <a:spcPts val="100"/>
              </a:spcBef>
            </a:pPr>
            <a:r>
              <a:rPr dirty="0" sz="2950" spc="130">
                <a:solidFill>
                  <a:srgbClr val="002A58"/>
                </a:solidFill>
                <a:latin typeface="Tahoma"/>
                <a:cs typeface="Tahoma"/>
              </a:rPr>
              <a:t>Existing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news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aggregation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0">
                <a:solidFill>
                  <a:srgbClr val="002A58"/>
                </a:solidFill>
                <a:latin typeface="Tahoma"/>
                <a:cs typeface="Tahoma"/>
              </a:rPr>
              <a:t>systems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210">
                <a:solidFill>
                  <a:srgbClr val="002A58"/>
                </a:solidFill>
                <a:latin typeface="Tahoma"/>
                <a:cs typeface="Tahoma"/>
              </a:rPr>
              <a:t>collect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00">
                <a:solidFill>
                  <a:srgbClr val="002A58"/>
                </a:solidFill>
                <a:latin typeface="Tahoma"/>
                <a:cs typeface="Tahoma"/>
              </a:rPr>
              <a:t>organize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news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from </a:t>
            </a:r>
            <a:r>
              <a:rPr dirty="0" sz="2950" spc="185">
                <a:solidFill>
                  <a:srgbClr val="002A58"/>
                </a:solidFill>
                <a:latin typeface="Tahoma"/>
                <a:cs typeface="Tahoma"/>
              </a:rPr>
              <a:t>multiple</a:t>
            </a:r>
            <a:r>
              <a:rPr dirty="0" sz="2950" spc="-15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85">
                <a:solidFill>
                  <a:srgbClr val="002A58"/>
                </a:solidFill>
                <a:latin typeface="Tahoma"/>
                <a:cs typeface="Tahoma"/>
              </a:rPr>
              <a:t>sources.</a:t>
            </a:r>
            <a:endParaRPr sz="2950">
              <a:latin typeface="Tahoma"/>
              <a:cs typeface="Tahoma"/>
            </a:endParaRPr>
          </a:p>
          <a:p>
            <a:pPr marL="12700" marR="1317625">
              <a:lnSpc>
                <a:spcPct val="116500"/>
              </a:lnSpc>
            </a:pPr>
            <a:r>
              <a:rPr dirty="0" sz="2950" spc="185">
                <a:solidFill>
                  <a:srgbClr val="002A58"/>
                </a:solidFill>
                <a:latin typeface="Tahoma"/>
                <a:cs typeface="Tahoma"/>
              </a:rPr>
              <a:t>Hash-</a:t>
            </a:r>
            <a:r>
              <a:rPr dirty="0" sz="2950" spc="105">
                <a:solidFill>
                  <a:srgbClr val="002A58"/>
                </a:solidFill>
                <a:latin typeface="Tahoma"/>
                <a:cs typeface="Tahoma"/>
              </a:rPr>
              <a:t>based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0">
                <a:solidFill>
                  <a:srgbClr val="002A58"/>
                </a:solidFill>
                <a:latin typeface="Tahoma"/>
                <a:cs typeface="Tahoma"/>
              </a:rPr>
              <a:t>techniques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05">
                <a:solidFill>
                  <a:srgbClr val="002A58"/>
                </a:solidFill>
                <a:latin typeface="Tahoma"/>
                <a:cs typeface="Tahoma"/>
              </a:rPr>
              <a:t>support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60">
                <a:solidFill>
                  <a:srgbClr val="002A58"/>
                </a:solidFill>
                <a:latin typeface="Tahoma"/>
                <a:cs typeface="Tahoma"/>
              </a:rPr>
              <a:t>fast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20">
                <a:solidFill>
                  <a:srgbClr val="002A58"/>
                </a:solidFill>
                <a:latin typeface="Tahoma"/>
                <a:cs typeface="Tahoma"/>
              </a:rPr>
              <a:t>searching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50">
                <a:solidFill>
                  <a:srgbClr val="002A58"/>
                </a:solidFill>
                <a:latin typeface="Tahoma"/>
                <a:cs typeface="Tahoma"/>
              </a:rPr>
              <a:t>duplicate </a:t>
            </a:r>
            <a:r>
              <a:rPr dirty="0" sz="2950" spc="120">
                <a:solidFill>
                  <a:srgbClr val="002A58"/>
                </a:solidFill>
                <a:latin typeface="Tahoma"/>
                <a:cs typeface="Tahoma"/>
              </a:rPr>
              <a:t>detection.</a:t>
            </a:r>
            <a:endParaRPr sz="2950">
              <a:latin typeface="Tahoma"/>
              <a:cs typeface="Tahoma"/>
            </a:endParaRPr>
          </a:p>
          <a:p>
            <a:pPr marL="12700" marR="908050">
              <a:lnSpc>
                <a:spcPct val="116500"/>
              </a:lnSpc>
            </a:pPr>
            <a:r>
              <a:rPr dirty="0" sz="2950" spc="125">
                <a:solidFill>
                  <a:srgbClr val="002A58"/>
                </a:solidFill>
                <a:latin typeface="Tahoma"/>
                <a:cs typeface="Tahoma"/>
              </a:rPr>
              <a:t>Heaps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5">
                <a:solidFill>
                  <a:srgbClr val="002A58"/>
                </a:solidFill>
                <a:latin typeface="Tahoma"/>
                <a:cs typeface="Tahoma"/>
              </a:rPr>
              <a:t>Priority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00">
                <a:solidFill>
                  <a:srgbClr val="002A58"/>
                </a:solidFill>
                <a:latin typeface="Tahoma"/>
                <a:cs typeface="Tahoma"/>
              </a:rPr>
              <a:t>Queues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05">
                <a:solidFill>
                  <a:srgbClr val="002A58"/>
                </a:solidFill>
                <a:latin typeface="Tahoma"/>
                <a:cs typeface="Tahoma"/>
              </a:rPr>
              <a:t>support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20">
                <a:solidFill>
                  <a:srgbClr val="002A58"/>
                </a:solidFill>
                <a:latin typeface="Tahoma"/>
                <a:cs typeface="Tahoma"/>
              </a:rPr>
              <a:t>ranking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0">
                <a:solidFill>
                  <a:srgbClr val="002A58"/>
                </a:solidFill>
                <a:latin typeface="Tahoma"/>
                <a:cs typeface="Tahoma"/>
              </a:rPr>
              <a:t>prioritization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of </a:t>
            </a:r>
            <a:r>
              <a:rPr dirty="0" sz="2950" spc="120">
                <a:solidFill>
                  <a:srgbClr val="002A58"/>
                </a:solidFill>
                <a:latin typeface="Tahoma"/>
                <a:cs typeface="Tahoma"/>
              </a:rPr>
              <a:t>content.</a:t>
            </a:r>
            <a:endParaRPr sz="2950">
              <a:latin typeface="Tahoma"/>
              <a:cs typeface="Tahoma"/>
            </a:endParaRPr>
          </a:p>
          <a:p>
            <a:pPr marL="12700" marR="18415">
              <a:lnSpc>
                <a:spcPct val="116500"/>
              </a:lnSpc>
            </a:pPr>
            <a:r>
              <a:rPr dirty="0" sz="2950" spc="75">
                <a:solidFill>
                  <a:srgbClr val="002A58"/>
                </a:solidFill>
                <a:latin typeface="Tahoma"/>
                <a:cs typeface="Tahoma"/>
              </a:rPr>
              <a:t>Trees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00">
                <a:solidFill>
                  <a:srgbClr val="002A58"/>
                </a:solidFill>
                <a:latin typeface="Tahoma"/>
                <a:cs typeface="Tahoma"/>
              </a:rPr>
              <a:t>provide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65">
                <a:solidFill>
                  <a:srgbClr val="002A58"/>
                </a:solidFill>
                <a:latin typeface="Tahoma"/>
                <a:cs typeface="Tahoma"/>
              </a:rPr>
              <a:t>efficient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4">
                <a:solidFill>
                  <a:srgbClr val="002A58"/>
                </a:solidFill>
                <a:latin typeface="Tahoma"/>
                <a:cs typeface="Tahoma"/>
              </a:rPr>
              <a:t>organization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20">
                <a:solidFill>
                  <a:srgbClr val="002A58"/>
                </a:solidFill>
                <a:latin typeface="Tahoma"/>
                <a:cs typeface="Tahoma"/>
              </a:rPr>
              <a:t>searching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5">
                <a:solidFill>
                  <a:srgbClr val="002A58"/>
                </a:solidFill>
                <a:latin typeface="Tahoma"/>
                <a:cs typeface="Tahoma"/>
              </a:rPr>
              <a:t>of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0">
                <a:solidFill>
                  <a:srgbClr val="002A58"/>
                </a:solidFill>
                <a:latin typeface="Tahoma"/>
                <a:cs typeface="Tahoma"/>
              </a:rPr>
              <a:t>large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datasets. </a:t>
            </a:r>
            <a:r>
              <a:rPr dirty="0" sz="2950" spc="100">
                <a:solidFill>
                  <a:srgbClr val="002A58"/>
                </a:solidFill>
                <a:latin typeface="Tahoma"/>
                <a:cs typeface="Tahoma"/>
              </a:rPr>
              <a:t>Queues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55">
                <a:solidFill>
                  <a:srgbClr val="002A58"/>
                </a:solidFill>
                <a:latin typeface="Tahoma"/>
                <a:cs typeface="Tahoma"/>
              </a:rPr>
              <a:t>can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25">
                <a:solidFill>
                  <a:srgbClr val="002A58"/>
                </a:solidFill>
                <a:latin typeface="Tahoma"/>
                <a:cs typeface="Tahoma"/>
              </a:rPr>
              <a:t>manage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0">
                <a:solidFill>
                  <a:srgbClr val="002A58"/>
                </a:solidFill>
                <a:latin typeface="Tahoma"/>
                <a:cs typeface="Tahoma"/>
              </a:rPr>
              <a:t>incoming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4">
                <a:solidFill>
                  <a:srgbClr val="002A58"/>
                </a:solidFill>
                <a:latin typeface="Tahoma"/>
                <a:cs typeface="Tahoma"/>
              </a:rPr>
              <a:t>posts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20">
                <a:solidFill>
                  <a:srgbClr val="002A58"/>
                </a:solidFill>
                <a:latin typeface="Tahoma"/>
                <a:cs typeface="Tahoma"/>
              </a:rPr>
              <a:t>moderation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tasks.</a:t>
            </a:r>
            <a:endParaRPr sz="2950">
              <a:latin typeface="Tahoma"/>
              <a:cs typeface="Tahoma"/>
            </a:endParaRPr>
          </a:p>
          <a:p>
            <a:pPr marL="12700" marR="1064895">
              <a:lnSpc>
                <a:spcPct val="116500"/>
              </a:lnSpc>
            </a:pPr>
            <a:r>
              <a:rPr dirty="0" sz="2950" spc="125">
                <a:solidFill>
                  <a:srgbClr val="002A58"/>
                </a:solidFill>
                <a:latin typeface="Tahoma"/>
                <a:cs typeface="Tahoma"/>
              </a:rPr>
              <a:t>Graphs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55">
                <a:solidFill>
                  <a:srgbClr val="002A58"/>
                </a:solidFill>
                <a:latin typeface="Tahoma"/>
                <a:cs typeface="Tahoma"/>
              </a:rPr>
              <a:t>can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05">
                <a:solidFill>
                  <a:srgbClr val="002A58"/>
                </a:solidFill>
                <a:latin typeface="Tahoma"/>
                <a:cs typeface="Tahoma"/>
              </a:rPr>
              <a:t>represent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5">
                <a:solidFill>
                  <a:srgbClr val="002A58"/>
                </a:solidFill>
                <a:latin typeface="Tahoma"/>
                <a:cs typeface="Tahoma"/>
              </a:rPr>
              <a:t>relationships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20">
                <a:solidFill>
                  <a:srgbClr val="002A58"/>
                </a:solidFill>
                <a:latin typeface="Tahoma"/>
                <a:cs typeface="Tahoma"/>
              </a:rPr>
              <a:t>between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80">
                <a:solidFill>
                  <a:srgbClr val="002A58"/>
                </a:solidFill>
                <a:latin typeface="Tahoma"/>
                <a:cs typeface="Tahoma"/>
              </a:rPr>
              <a:t>users,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0">
                <a:solidFill>
                  <a:srgbClr val="002A58"/>
                </a:solidFill>
                <a:latin typeface="Tahoma"/>
                <a:cs typeface="Tahoma"/>
              </a:rPr>
              <a:t>topics,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85">
                <a:solidFill>
                  <a:srgbClr val="002A58"/>
                </a:solidFill>
                <a:latin typeface="Tahoma"/>
                <a:cs typeface="Tahoma"/>
              </a:rPr>
              <a:t>and </a:t>
            </a:r>
            <a:r>
              <a:rPr dirty="0" sz="2950" spc="120">
                <a:solidFill>
                  <a:srgbClr val="002A58"/>
                </a:solidFill>
                <a:latin typeface="Tahoma"/>
                <a:cs typeface="Tahoma"/>
              </a:rPr>
              <a:t>content.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950" spc="130">
                <a:solidFill>
                  <a:srgbClr val="002A58"/>
                </a:solidFill>
                <a:latin typeface="Tahoma"/>
                <a:cs typeface="Tahoma"/>
              </a:rPr>
              <a:t>Existing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approaches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5">
                <a:solidFill>
                  <a:srgbClr val="002A58"/>
                </a:solidFill>
                <a:latin typeface="Tahoma"/>
                <a:cs typeface="Tahoma"/>
              </a:rPr>
              <a:t>often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5">
                <a:solidFill>
                  <a:srgbClr val="002A58"/>
                </a:solidFill>
                <a:latin typeface="Tahoma"/>
                <a:cs typeface="Tahoma"/>
              </a:rPr>
              <a:t>focus</a:t>
            </a:r>
            <a:r>
              <a:rPr dirty="0" sz="2950" spc="-16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95">
                <a:solidFill>
                  <a:srgbClr val="002A58"/>
                </a:solidFill>
                <a:latin typeface="Tahoma"/>
                <a:cs typeface="Tahoma"/>
              </a:rPr>
              <a:t>on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5">
                <a:solidFill>
                  <a:srgbClr val="002A58"/>
                </a:solidFill>
                <a:latin typeface="Tahoma"/>
                <a:cs typeface="Tahoma"/>
              </a:rPr>
              <a:t>individual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tasks.</a:t>
            </a:r>
            <a:endParaRPr sz="2950">
              <a:latin typeface="Tahoma"/>
              <a:cs typeface="Tahoma"/>
            </a:endParaRPr>
          </a:p>
          <a:p>
            <a:pPr marL="12700" marR="5080">
              <a:lnSpc>
                <a:spcPct val="116500"/>
              </a:lnSpc>
              <a:spcBef>
                <a:spcPts val="5"/>
              </a:spcBef>
            </a:pPr>
            <a:r>
              <a:rPr dirty="0" sz="2950" spc="95">
                <a:solidFill>
                  <a:srgbClr val="002A58"/>
                </a:solidFill>
                <a:latin typeface="Tahoma"/>
                <a:cs typeface="Tahoma"/>
              </a:rPr>
              <a:t>Our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40">
                <a:solidFill>
                  <a:srgbClr val="002A58"/>
                </a:solidFill>
                <a:latin typeface="Tahoma"/>
                <a:cs typeface="Tahoma"/>
              </a:rPr>
              <a:t>system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5">
                <a:solidFill>
                  <a:srgbClr val="002A58"/>
                </a:solidFill>
                <a:latin typeface="Tahoma"/>
                <a:cs typeface="Tahoma"/>
              </a:rPr>
              <a:t>combines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85">
                <a:solidFill>
                  <a:srgbClr val="002A58"/>
                </a:solidFill>
                <a:latin typeface="Tahoma"/>
                <a:cs typeface="Tahoma"/>
              </a:rPr>
              <a:t>multiple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225">
                <a:solidFill>
                  <a:srgbClr val="002A58"/>
                </a:solidFill>
                <a:latin typeface="Tahoma"/>
                <a:cs typeface="Tahoma"/>
              </a:rPr>
              <a:t>DSA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0">
                <a:solidFill>
                  <a:srgbClr val="002A58"/>
                </a:solidFill>
                <a:latin typeface="Tahoma"/>
                <a:cs typeface="Tahoma"/>
              </a:rPr>
              <a:t>techniques</a:t>
            </a:r>
            <a:r>
              <a:rPr dirty="0" sz="295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10">
                <a:solidFill>
                  <a:srgbClr val="002A58"/>
                </a:solidFill>
                <a:latin typeface="Tahoma"/>
                <a:cs typeface="Tahoma"/>
              </a:rPr>
              <a:t>for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25">
                <a:solidFill>
                  <a:srgbClr val="002A58"/>
                </a:solidFill>
                <a:latin typeface="Tahoma"/>
                <a:cs typeface="Tahoma"/>
              </a:rPr>
              <a:t>integrated</a:t>
            </a:r>
            <a:r>
              <a:rPr dirty="0" sz="295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50" spc="130">
                <a:solidFill>
                  <a:srgbClr val="002A58"/>
                </a:solidFill>
                <a:latin typeface="Tahoma"/>
                <a:cs typeface="Tahoma"/>
              </a:rPr>
              <a:t>media </a:t>
            </a:r>
            <a:r>
              <a:rPr dirty="0" sz="2950" spc="145">
                <a:solidFill>
                  <a:srgbClr val="002A58"/>
                </a:solidFill>
                <a:latin typeface="Tahoma"/>
                <a:cs typeface="Tahoma"/>
              </a:rPr>
              <a:t>analytics.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300" rIns="0" bIns="0" rtlCol="0" vert="horz">
            <a:spAutoFit/>
          </a:bodyPr>
          <a:lstStyle/>
          <a:p>
            <a:pPr marL="1040130">
              <a:lnSpc>
                <a:spcPct val="100000"/>
              </a:lnSpc>
              <a:spcBef>
                <a:spcPts val="135"/>
              </a:spcBef>
            </a:pPr>
            <a:r>
              <a:rPr dirty="0" spc="625"/>
              <a:t>LITERATURE</a:t>
            </a:r>
            <a:r>
              <a:rPr dirty="0" spc="-350"/>
              <a:t> </a:t>
            </a:r>
            <a:r>
              <a:rPr dirty="0" spc="665"/>
              <a:t>SURVEY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730175" y="8516847"/>
            <a:ext cx="1558290" cy="1770380"/>
            <a:chOff x="16730175" y="8516847"/>
            <a:chExt cx="1558290" cy="1770380"/>
          </a:xfrm>
        </p:grpSpPr>
        <p:sp>
          <p:nvSpPr>
            <p:cNvPr id="3" name="object 3"/>
            <p:cNvSpPr/>
            <p:nvPr/>
          </p:nvSpPr>
          <p:spPr>
            <a:xfrm>
              <a:off x="16730175" y="8516847"/>
              <a:ext cx="1558290" cy="1770380"/>
            </a:xfrm>
            <a:custGeom>
              <a:avLst/>
              <a:gdLst/>
              <a:ahLst/>
              <a:cxnLst/>
              <a:rect l="l" t="t" r="r" b="b"/>
              <a:pathLst>
                <a:path w="1558290" h="1770379">
                  <a:moveTo>
                    <a:pt x="0" y="1770152"/>
                  </a:moveTo>
                  <a:lnTo>
                    <a:pt x="1557825" y="1770152"/>
                  </a:lnTo>
                  <a:lnTo>
                    <a:pt x="1557825" y="0"/>
                  </a:lnTo>
                  <a:lnTo>
                    <a:pt x="1496621" y="49526"/>
                  </a:lnTo>
                  <a:lnTo>
                    <a:pt x="1464449" y="76489"/>
                  </a:lnTo>
                  <a:lnTo>
                    <a:pt x="1432478" y="103901"/>
                  </a:lnTo>
                  <a:lnTo>
                    <a:pt x="1400703" y="131749"/>
                  </a:lnTo>
                  <a:lnTo>
                    <a:pt x="1369121" y="160020"/>
                  </a:lnTo>
                  <a:lnTo>
                    <a:pt x="1337730" y="188701"/>
                  </a:lnTo>
                  <a:lnTo>
                    <a:pt x="1306524" y="217778"/>
                  </a:lnTo>
                  <a:lnTo>
                    <a:pt x="1275501" y="247238"/>
                  </a:lnTo>
                  <a:lnTo>
                    <a:pt x="1244658" y="277068"/>
                  </a:lnTo>
                  <a:lnTo>
                    <a:pt x="1213991" y="307254"/>
                  </a:lnTo>
                  <a:lnTo>
                    <a:pt x="1183496" y="337784"/>
                  </a:lnTo>
                  <a:lnTo>
                    <a:pt x="1153170" y="368644"/>
                  </a:lnTo>
                  <a:lnTo>
                    <a:pt x="1123010" y="399820"/>
                  </a:lnTo>
                  <a:lnTo>
                    <a:pt x="1093012" y="431300"/>
                  </a:lnTo>
                  <a:lnTo>
                    <a:pt x="1063172" y="463069"/>
                  </a:lnTo>
                  <a:lnTo>
                    <a:pt x="1033488" y="495116"/>
                  </a:lnTo>
                  <a:lnTo>
                    <a:pt x="1003956" y="527427"/>
                  </a:lnTo>
                  <a:lnTo>
                    <a:pt x="974572" y="559987"/>
                  </a:lnTo>
                  <a:lnTo>
                    <a:pt x="945333" y="592785"/>
                  </a:lnTo>
                  <a:lnTo>
                    <a:pt x="916236" y="625807"/>
                  </a:lnTo>
                  <a:lnTo>
                    <a:pt x="887276" y="659039"/>
                  </a:lnTo>
                  <a:lnTo>
                    <a:pt x="858451" y="692468"/>
                  </a:lnTo>
                  <a:lnTo>
                    <a:pt x="829758" y="726082"/>
                  </a:lnTo>
                  <a:lnTo>
                    <a:pt x="801192" y="759866"/>
                  </a:lnTo>
                  <a:lnTo>
                    <a:pt x="772750" y="793807"/>
                  </a:lnTo>
                  <a:lnTo>
                    <a:pt x="716225" y="862109"/>
                  </a:lnTo>
                  <a:lnTo>
                    <a:pt x="660156" y="930882"/>
                  </a:lnTo>
                  <a:lnTo>
                    <a:pt x="604515" y="1000019"/>
                  </a:lnTo>
                  <a:lnTo>
                    <a:pt x="521796" y="1104176"/>
                  </a:lnTo>
                  <a:lnTo>
                    <a:pt x="118457" y="1621131"/>
                  </a:lnTo>
                  <a:lnTo>
                    <a:pt x="39189" y="1721248"/>
                  </a:lnTo>
                  <a:lnTo>
                    <a:pt x="0" y="1770152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26898" y="9132555"/>
              <a:ext cx="1461102" cy="11544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42780" y="9754680"/>
              <a:ext cx="945220" cy="53231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0" y="0"/>
            <a:ext cx="5422900" cy="4474845"/>
            <a:chOff x="0" y="0"/>
            <a:chExt cx="5422900" cy="4474845"/>
          </a:xfrm>
        </p:grpSpPr>
        <p:sp>
          <p:nvSpPr>
            <p:cNvPr id="7" name="object 7"/>
            <p:cNvSpPr/>
            <p:nvPr/>
          </p:nvSpPr>
          <p:spPr>
            <a:xfrm>
              <a:off x="0" y="1356624"/>
              <a:ext cx="3295650" cy="3117850"/>
            </a:xfrm>
            <a:custGeom>
              <a:avLst/>
              <a:gdLst/>
              <a:ahLst/>
              <a:cxnLst/>
              <a:rect l="l" t="t" r="r" b="b"/>
              <a:pathLst>
                <a:path w="3295650" h="3117850">
                  <a:moveTo>
                    <a:pt x="3295146" y="0"/>
                  </a:moveTo>
                  <a:lnTo>
                    <a:pt x="0" y="319070"/>
                  </a:lnTo>
                  <a:lnTo>
                    <a:pt x="0" y="3117650"/>
                  </a:lnTo>
                  <a:lnTo>
                    <a:pt x="48587" y="3102301"/>
                  </a:lnTo>
                  <a:lnTo>
                    <a:pt x="86312" y="3089338"/>
                  </a:lnTo>
                  <a:lnTo>
                    <a:pt x="123757" y="3075620"/>
                  </a:lnTo>
                  <a:lnTo>
                    <a:pt x="160927" y="3061160"/>
                  </a:lnTo>
                  <a:lnTo>
                    <a:pt x="197824" y="3045973"/>
                  </a:lnTo>
                  <a:lnTo>
                    <a:pt x="234452" y="3030070"/>
                  </a:lnTo>
                  <a:lnTo>
                    <a:pt x="270814" y="3013467"/>
                  </a:lnTo>
                  <a:lnTo>
                    <a:pt x="306915" y="2996174"/>
                  </a:lnTo>
                  <a:lnTo>
                    <a:pt x="342756" y="2978207"/>
                  </a:lnTo>
                  <a:lnTo>
                    <a:pt x="378343" y="2959578"/>
                  </a:lnTo>
                  <a:lnTo>
                    <a:pt x="413677" y="2940301"/>
                  </a:lnTo>
                  <a:lnTo>
                    <a:pt x="448763" y="2920388"/>
                  </a:lnTo>
                  <a:lnTo>
                    <a:pt x="483605" y="2899854"/>
                  </a:lnTo>
                  <a:lnTo>
                    <a:pt x="518205" y="2878710"/>
                  </a:lnTo>
                  <a:lnTo>
                    <a:pt x="552567" y="2856972"/>
                  </a:lnTo>
                  <a:lnTo>
                    <a:pt x="586694" y="2834651"/>
                  </a:lnTo>
                  <a:lnTo>
                    <a:pt x="620590" y="2811761"/>
                  </a:lnTo>
                  <a:lnTo>
                    <a:pt x="654259" y="2788316"/>
                  </a:lnTo>
                  <a:lnTo>
                    <a:pt x="687703" y="2764329"/>
                  </a:lnTo>
                  <a:lnTo>
                    <a:pt x="720927" y="2739812"/>
                  </a:lnTo>
                  <a:lnTo>
                    <a:pt x="753933" y="2714780"/>
                  </a:lnTo>
                  <a:lnTo>
                    <a:pt x="786726" y="2689245"/>
                  </a:lnTo>
                  <a:lnTo>
                    <a:pt x="819308" y="2663221"/>
                  </a:lnTo>
                  <a:lnTo>
                    <a:pt x="851683" y="2636721"/>
                  </a:lnTo>
                  <a:lnTo>
                    <a:pt x="883854" y="2609758"/>
                  </a:lnTo>
                  <a:lnTo>
                    <a:pt x="915826" y="2582346"/>
                  </a:lnTo>
                  <a:lnTo>
                    <a:pt x="947600" y="2554498"/>
                  </a:lnTo>
                  <a:lnTo>
                    <a:pt x="979182" y="2526227"/>
                  </a:lnTo>
                  <a:lnTo>
                    <a:pt x="1010574" y="2497546"/>
                  </a:lnTo>
                  <a:lnTo>
                    <a:pt x="1072802" y="2439009"/>
                  </a:lnTo>
                  <a:lnTo>
                    <a:pt x="1134313" y="2378993"/>
                  </a:lnTo>
                  <a:lnTo>
                    <a:pt x="1195134" y="2317604"/>
                  </a:lnTo>
                  <a:lnTo>
                    <a:pt x="1255292" y="2254948"/>
                  </a:lnTo>
                  <a:lnTo>
                    <a:pt x="1314815" y="2191131"/>
                  </a:lnTo>
                  <a:lnTo>
                    <a:pt x="1373731" y="2126260"/>
                  </a:lnTo>
                  <a:lnTo>
                    <a:pt x="1432068" y="2060440"/>
                  </a:lnTo>
                  <a:lnTo>
                    <a:pt x="1489852" y="1993779"/>
                  </a:lnTo>
                  <a:lnTo>
                    <a:pt x="1547112" y="1926382"/>
                  </a:lnTo>
                  <a:lnTo>
                    <a:pt x="1632078" y="1824138"/>
                  </a:lnTo>
                  <a:lnTo>
                    <a:pt x="1716020" y="1720835"/>
                  </a:lnTo>
                  <a:lnTo>
                    <a:pt x="1826508" y="1582071"/>
                  </a:lnTo>
                  <a:lnTo>
                    <a:pt x="2282724" y="998175"/>
                  </a:lnTo>
                  <a:lnTo>
                    <a:pt x="2388132" y="866810"/>
                  </a:lnTo>
                  <a:lnTo>
                    <a:pt x="2466994" y="770906"/>
                  </a:lnTo>
                  <a:lnTo>
                    <a:pt x="2545793" y="677646"/>
                  </a:lnTo>
                  <a:lnTo>
                    <a:pt x="2598336" y="617118"/>
                  </a:lnTo>
                  <a:lnTo>
                    <a:pt x="2650920" y="558032"/>
                  </a:lnTo>
                  <a:lnTo>
                    <a:pt x="2703572" y="500491"/>
                  </a:lnTo>
                  <a:lnTo>
                    <a:pt x="2756320" y="444604"/>
                  </a:lnTo>
                  <a:lnTo>
                    <a:pt x="2809192" y="390476"/>
                  </a:lnTo>
                  <a:lnTo>
                    <a:pt x="2862215" y="338213"/>
                  </a:lnTo>
                  <a:lnTo>
                    <a:pt x="2915416" y="287922"/>
                  </a:lnTo>
                  <a:lnTo>
                    <a:pt x="2968824" y="239708"/>
                  </a:lnTo>
                  <a:lnTo>
                    <a:pt x="3022465" y="193678"/>
                  </a:lnTo>
                  <a:lnTo>
                    <a:pt x="3076368" y="149938"/>
                  </a:lnTo>
                  <a:lnTo>
                    <a:pt x="3130560" y="108594"/>
                  </a:lnTo>
                  <a:lnTo>
                    <a:pt x="3185069" y="69752"/>
                  </a:lnTo>
                  <a:lnTo>
                    <a:pt x="3239922" y="33518"/>
                  </a:lnTo>
                  <a:lnTo>
                    <a:pt x="3267486" y="16413"/>
                  </a:lnTo>
                  <a:lnTo>
                    <a:pt x="3295146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5422359" cy="37605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5279780" cy="305598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0"/>
              <a:ext cx="3399790" cy="2352675"/>
            </a:xfrm>
            <a:custGeom>
              <a:avLst/>
              <a:gdLst/>
              <a:ahLst/>
              <a:cxnLst/>
              <a:rect l="l" t="t" r="r" b="b"/>
              <a:pathLst>
                <a:path w="3399790" h="2352675">
                  <a:moveTo>
                    <a:pt x="3399780" y="0"/>
                  </a:moveTo>
                  <a:lnTo>
                    <a:pt x="1862198" y="0"/>
                  </a:lnTo>
                  <a:lnTo>
                    <a:pt x="0" y="75411"/>
                  </a:lnTo>
                  <a:lnTo>
                    <a:pt x="0" y="2352466"/>
                  </a:lnTo>
                  <a:lnTo>
                    <a:pt x="19172" y="2345049"/>
                  </a:lnTo>
                  <a:lnTo>
                    <a:pt x="80419" y="2319603"/>
                  </a:lnTo>
                  <a:lnTo>
                    <a:pt x="141775" y="2291852"/>
                  </a:lnTo>
                  <a:lnTo>
                    <a:pt x="203303" y="2261859"/>
                  </a:lnTo>
                  <a:lnTo>
                    <a:pt x="265062" y="2229684"/>
                  </a:lnTo>
                  <a:lnTo>
                    <a:pt x="327117" y="2195390"/>
                  </a:lnTo>
                  <a:lnTo>
                    <a:pt x="389528" y="2159038"/>
                  </a:lnTo>
                  <a:lnTo>
                    <a:pt x="452358" y="2120691"/>
                  </a:lnTo>
                  <a:lnTo>
                    <a:pt x="515669" y="2080410"/>
                  </a:lnTo>
                  <a:lnTo>
                    <a:pt x="579521" y="2038258"/>
                  </a:lnTo>
                  <a:lnTo>
                    <a:pt x="611671" y="2016499"/>
                  </a:lnTo>
                  <a:lnTo>
                    <a:pt x="676453" y="1971654"/>
                  </a:lnTo>
                  <a:lnTo>
                    <a:pt x="741933" y="1925093"/>
                  </a:lnTo>
                  <a:lnTo>
                    <a:pt x="808172" y="1876876"/>
                  </a:lnTo>
                  <a:lnTo>
                    <a:pt x="909090" y="1801582"/>
                  </a:lnTo>
                  <a:lnTo>
                    <a:pt x="1046882" y="1695975"/>
                  </a:lnTo>
                  <a:lnTo>
                    <a:pt x="1808021" y="1095221"/>
                  </a:lnTo>
                  <a:lnTo>
                    <a:pt x="2021779" y="930769"/>
                  </a:lnTo>
                  <a:lnTo>
                    <a:pt x="2200893" y="796444"/>
                  </a:lnTo>
                  <a:lnTo>
                    <a:pt x="2340283" y="694414"/>
                  </a:lnTo>
                  <a:lnTo>
                    <a:pt x="2484238" y="591513"/>
                  </a:lnTo>
                  <a:lnTo>
                    <a:pt x="2632966" y="487950"/>
                  </a:lnTo>
                  <a:lnTo>
                    <a:pt x="2734873" y="418643"/>
                  </a:lnTo>
                  <a:lnTo>
                    <a:pt x="2839056" y="349196"/>
                  </a:lnTo>
                  <a:lnTo>
                    <a:pt x="2945578" y="279672"/>
                  </a:lnTo>
                  <a:lnTo>
                    <a:pt x="3054500" y="210132"/>
                  </a:lnTo>
                  <a:lnTo>
                    <a:pt x="3165884" y="140638"/>
                  </a:lnTo>
                  <a:lnTo>
                    <a:pt x="3279792" y="71252"/>
                  </a:lnTo>
                  <a:lnTo>
                    <a:pt x="3396287" y="2036"/>
                  </a:lnTo>
                  <a:lnTo>
                    <a:pt x="3399780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3470998" cy="18636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3354848" cy="164009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0"/>
              <a:ext cx="1539875" cy="472440"/>
            </a:xfrm>
            <a:custGeom>
              <a:avLst/>
              <a:gdLst/>
              <a:ahLst/>
              <a:cxnLst/>
              <a:rect l="l" t="t" r="r" b="b"/>
              <a:pathLst>
                <a:path w="1539875" h="472440">
                  <a:moveTo>
                    <a:pt x="1539874" y="0"/>
                  </a:moveTo>
                  <a:lnTo>
                    <a:pt x="0" y="0"/>
                  </a:lnTo>
                  <a:lnTo>
                    <a:pt x="0" y="472096"/>
                  </a:lnTo>
                  <a:lnTo>
                    <a:pt x="41561" y="466243"/>
                  </a:lnTo>
                  <a:lnTo>
                    <a:pt x="79609" y="460423"/>
                  </a:lnTo>
                  <a:lnTo>
                    <a:pt x="117398" y="454221"/>
                  </a:lnTo>
                  <a:lnTo>
                    <a:pt x="154937" y="447647"/>
                  </a:lnTo>
                  <a:lnTo>
                    <a:pt x="229313" y="433421"/>
                  </a:lnTo>
                  <a:lnTo>
                    <a:pt x="302826" y="417816"/>
                  </a:lnTo>
                  <a:lnTo>
                    <a:pt x="375567" y="400906"/>
                  </a:lnTo>
                  <a:lnTo>
                    <a:pt x="447624" y="382765"/>
                  </a:lnTo>
                  <a:lnTo>
                    <a:pt x="519086" y="363464"/>
                  </a:lnTo>
                  <a:lnTo>
                    <a:pt x="590044" y="343078"/>
                  </a:lnTo>
                  <a:lnTo>
                    <a:pt x="660585" y="321679"/>
                  </a:lnTo>
                  <a:lnTo>
                    <a:pt x="730800" y="299340"/>
                  </a:lnTo>
                  <a:lnTo>
                    <a:pt x="835705" y="264231"/>
                  </a:lnTo>
                  <a:lnTo>
                    <a:pt x="975269" y="214811"/>
                  </a:lnTo>
                  <a:lnTo>
                    <a:pt x="1539874" y="0"/>
                  </a:lnTo>
                  <a:close/>
                </a:path>
              </a:pathLst>
            </a:custGeom>
            <a:solidFill>
              <a:srgbClr val="293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5671" y="11"/>
              <a:ext cx="965835" cy="313690"/>
            </a:xfrm>
            <a:custGeom>
              <a:avLst/>
              <a:gdLst/>
              <a:ahLst/>
              <a:cxnLst/>
              <a:rect l="l" t="t" r="r" b="b"/>
              <a:pathLst>
                <a:path w="965835" h="313690">
                  <a:moveTo>
                    <a:pt x="72745" y="270738"/>
                  </a:moveTo>
                  <a:lnTo>
                    <a:pt x="67919" y="258318"/>
                  </a:lnTo>
                  <a:lnTo>
                    <a:pt x="59867" y="248754"/>
                  </a:lnTo>
                  <a:lnTo>
                    <a:pt x="49161" y="242582"/>
                  </a:lnTo>
                  <a:lnTo>
                    <a:pt x="36372" y="240411"/>
                  </a:lnTo>
                  <a:lnTo>
                    <a:pt x="34353" y="238391"/>
                  </a:lnTo>
                  <a:lnTo>
                    <a:pt x="32334" y="240411"/>
                  </a:lnTo>
                  <a:lnTo>
                    <a:pt x="30314" y="240411"/>
                  </a:lnTo>
                  <a:lnTo>
                    <a:pt x="16484" y="245910"/>
                  </a:lnTo>
                  <a:lnTo>
                    <a:pt x="6057" y="255574"/>
                  </a:lnTo>
                  <a:lnTo>
                    <a:pt x="190" y="268274"/>
                  </a:lnTo>
                  <a:lnTo>
                    <a:pt x="0" y="282867"/>
                  </a:lnTo>
                  <a:lnTo>
                    <a:pt x="5486" y="296710"/>
                  </a:lnTo>
                  <a:lnTo>
                    <a:pt x="15151" y="307136"/>
                  </a:lnTo>
                  <a:lnTo>
                    <a:pt x="28257" y="313207"/>
                  </a:lnTo>
                  <a:lnTo>
                    <a:pt x="42430" y="313207"/>
                  </a:lnTo>
                  <a:lnTo>
                    <a:pt x="56261" y="307708"/>
                  </a:lnTo>
                  <a:lnTo>
                    <a:pt x="66687" y="298043"/>
                  </a:lnTo>
                  <a:lnTo>
                    <a:pt x="72555" y="285330"/>
                  </a:lnTo>
                  <a:lnTo>
                    <a:pt x="72745" y="270738"/>
                  </a:lnTo>
                  <a:close/>
                </a:path>
                <a:path w="965835" h="313690">
                  <a:moveTo>
                    <a:pt x="87020" y="134531"/>
                  </a:moveTo>
                  <a:lnTo>
                    <a:pt x="64160" y="92951"/>
                  </a:lnTo>
                  <a:lnTo>
                    <a:pt x="52539" y="90766"/>
                  </a:lnTo>
                  <a:lnTo>
                    <a:pt x="52539" y="92951"/>
                  </a:lnTo>
                  <a:lnTo>
                    <a:pt x="46088" y="92951"/>
                  </a:lnTo>
                  <a:lnTo>
                    <a:pt x="32969" y="98259"/>
                  </a:lnTo>
                  <a:lnTo>
                    <a:pt x="23241" y="107708"/>
                  </a:lnTo>
                  <a:lnTo>
                    <a:pt x="18059" y="119811"/>
                  </a:lnTo>
                  <a:lnTo>
                    <a:pt x="18186" y="133235"/>
                  </a:lnTo>
                  <a:lnTo>
                    <a:pt x="23647" y="145910"/>
                  </a:lnTo>
                  <a:lnTo>
                    <a:pt x="33083" y="155727"/>
                  </a:lnTo>
                  <a:lnTo>
                    <a:pt x="45516" y="161544"/>
                  </a:lnTo>
                  <a:lnTo>
                    <a:pt x="58597" y="161544"/>
                  </a:lnTo>
                  <a:lnTo>
                    <a:pt x="72123" y="156083"/>
                  </a:lnTo>
                  <a:lnTo>
                    <a:pt x="81838" y="146634"/>
                  </a:lnTo>
                  <a:lnTo>
                    <a:pt x="87020" y="134531"/>
                  </a:lnTo>
                  <a:close/>
                </a:path>
                <a:path w="965835" h="313690">
                  <a:moveTo>
                    <a:pt x="94081" y="0"/>
                  </a:moveTo>
                  <a:lnTo>
                    <a:pt x="47409" y="0"/>
                  </a:lnTo>
                  <a:lnTo>
                    <a:pt x="52285" y="5080"/>
                  </a:lnTo>
                  <a:lnTo>
                    <a:pt x="63690" y="10045"/>
                  </a:lnTo>
                  <a:lnTo>
                    <a:pt x="76796" y="9880"/>
                  </a:lnTo>
                  <a:lnTo>
                    <a:pt x="89141" y="4737"/>
                  </a:lnTo>
                  <a:lnTo>
                    <a:pt x="94081" y="0"/>
                  </a:lnTo>
                  <a:close/>
                </a:path>
                <a:path w="965835" h="313690">
                  <a:moveTo>
                    <a:pt x="254762" y="249250"/>
                  </a:moveTo>
                  <a:lnTo>
                    <a:pt x="241757" y="213360"/>
                  </a:lnTo>
                  <a:lnTo>
                    <a:pt x="218262" y="206032"/>
                  </a:lnTo>
                  <a:lnTo>
                    <a:pt x="216242" y="204012"/>
                  </a:lnTo>
                  <a:lnTo>
                    <a:pt x="214210" y="204012"/>
                  </a:lnTo>
                  <a:lnTo>
                    <a:pt x="210172" y="206032"/>
                  </a:lnTo>
                  <a:lnTo>
                    <a:pt x="196659" y="211848"/>
                  </a:lnTo>
                  <a:lnTo>
                    <a:pt x="186918" y="222237"/>
                  </a:lnTo>
                  <a:lnTo>
                    <a:pt x="181749" y="235610"/>
                  </a:lnTo>
                  <a:lnTo>
                    <a:pt x="181876" y="250520"/>
                  </a:lnTo>
                  <a:lnTo>
                    <a:pt x="187693" y="264045"/>
                  </a:lnTo>
                  <a:lnTo>
                    <a:pt x="198043" y="273773"/>
                  </a:lnTo>
                  <a:lnTo>
                    <a:pt x="211442" y="278955"/>
                  </a:lnTo>
                  <a:lnTo>
                    <a:pt x="226047" y="278955"/>
                  </a:lnTo>
                  <a:lnTo>
                    <a:pt x="239852" y="273011"/>
                  </a:lnTo>
                  <a:lnTo>
                    <a:pt x="249580" y="262648"/>
                  </a:lnTo>
                  <a:lnTo>
                    <a:pt x="254762" y="249250"/>
                  </a:lnTo>
                  <a:close/>
                </a:path>
                <a:path w="965835" h="313690">
                  <a:moveTo>
                    <a:pt x="264896" y="98450"/>
                  </a:moveTo>
                  <a:lnTo>
                    <a:pt x="264756" y="86283"/>
                  </a:lnTo>
                  <a:lnTo>
                    <a:pt x="264744" y="84709"/>
                  </a:lnTo>
                  <a:lnTo>
                    <a:pt x="259994" y="73583"/>
                  </a:lnTo>
                  <a:lnTo>
                    <a:pt x="252107" y="64477"/>
                  </a:lnTo>
                  <a:lnTo>
                    <a:pt x="241998" y="58547"/>
                  </a:lnTo>
                  <a:lnTo>
                    <a:pt x="230378" y="56400"/>
                  </a:lnTo>
                  <a:lnTo>
                    <a:pt x="226339" y="56400"/>
                  </a:lnTo>
                  <a:lnTo>
                    <a:pt x="222021" y="58547"/>
                  </a:lnTo>
                  <a:lnTo>
                    <a:pt x="209956" y="63919"/>
                  </a:lnTo>
                  <a:lnTo>
                    <a:pt x="200825" y="73583"/>
                  </a:lnTo>
                  <a:lnTo>
                    <a:pt x="195872" y="86283"/>
                  </a:lnTo>
                  <a:lnTo>
                    <a:pt x="195999" y="98450"/>
                  </a:lnTo>
                  <a:lnTo>
                    <a:pt x="196024" y="100876"/>
                  </a:lnTo>
                  <a:lnTo>
                    <a:pt x="201523" y="113233"/>
                  </a:lnTo>
                  <a:lnTo>
                    <a:pt x="211188" y="122364"/>
                  </a:lnTo>
                  <a:lnTo>
                    <a:pt x="223875" y="127330"/>
                  </a:lnTo>
                  <a:lnTo>
                    <a:pt x="238125" y="127330"/>
                  </a:lnTo>
                  <a:lnTo>
                    <a:pt x="250812" y="121386"/>
                  </a:lnTo>
                  <a:lnTo>
                    <a:pt x="259943" y="111239"/>
                  </a:lnTo>
                  <a:lnTo>
                    <a:pt x="264896" y="98450"/>
                  </a:lnTo>
                  <a:close/>
                </a:path>
                <a:path w="965835" h="313690">
                  <a:moveTo>
                    <a:pt x="437819" y="203631"/>
                  </a:moveTo>
                  <a:lnTo>
                    <a:pt x="412076" y="163690"/>
                  </a:lnTo>
                  <a:lnTo>
                    <a:pt x="400151" y="161544"/>
                  </a:lnTo>
                  <a:lnTo>
                    <a:pt x="390042" y="161544"/>
                  </a:lnTo>
                  <a:lnTo>
                    <a:pt x="376555" y="168529"/>
                  </a:lnTo>
                  <a:lnTo>
                    <a:pt x="367055" y="179489"/>
                  </a:lnTo>
                  <a:lnTo>
                    <a:pt x="362470" y="193103"/>
                  </a:lnTo>
                  <a:lnTo>
                    <a:pt x="363766" y="208051"/>
                  </a:lnTo>
                  <a:lnTo>
                    <a:pt x="370751" y="221551"/>
                  </a:lnTo>
                  <a:lnTo>
                    <a:pt x="381698" y="231051"/>
                  </a:lnTo>
                  <a:lnTo>
                    <a:pt x="395312" y="235635"/>
                  </a:lnTo>
                  <a:lnTo>
                    <a:pt x="410248" y="234340"/>
                  </a:lnTo>
                  <a:lnTo>
                    <a:pt x="423735" y="227393"/>
                  </a:lnTo>
                  <a:lnTo>
                    <a:pt x="433235" y="216649"/>
                  </a:lnTo>
                  <a:lnTo>
                    <a:pt x="437819" y="203631"/>
                  </a:lnTo>
                  <a:close/>
                </a:path>
                <a:path w="965835" h="313690">
                  <a:moveTo>
                    <a:pt x="441883" y="52819"/>
                  </a:moveTo>
                  <a:lnTo>
                    <a:pt x="440563" y="38201"/>
                  </a:lnTo>
                  <a:lnTo>
                    <a:pt x="435762" y="27266"/>
                  </a:lnTo>
                  <a:lnTo>
                    <a:pt x="427926" y="18986"/>
                  </a:lnTo>
                  <a:lnTo>
                    <a:pt x="418185" y="13931"/>
                  </a:lnTo>
                  <a:lnTo>
                    <a:pt x="419023" y="13931"/>
                  </a:lnTo>
                  <a:lnTo>
                    <a:pt x="406209" y="11912"/>
                  </a:lnTo>
                  <a:lnTo>
                    <a:pt x="402170" y="13931"/>
                  </a:lnTo>
                  <a:lnTo>
                    <a:pt x="396100" y="13931"/>
                  </a:lnTo>
                  <a:lnTo>
                    <a:pt x="383781" y="19748"/>
                  </a:lnTo>
                  <a:lnTo>
                    <a:pt x="374878" y="30111"/>
                  </a:lnTo>
                  <a:lnTo>
                    <a:pt x="370522" y="43510"/>
                  </a:lnTo>
                  <a:lnTo>
                    <a:pt x="371856" y="58420"/>
                  </a:lnTo>
                  <a:lnTo>
                    <a:pt x="378510" y="70739"/>
                  </a:lnTo>
                  <a:lnTo>
                    <a:pt x="388772" y="79654"/>
                  </a:lnTo>
                  <a:lnTo>
                    <a:pt x="401688" y="84010"/>
                  </a:lnTo>
                  <a:lnTo>
                    <a:pt x="416306" y="82689"/>
                  </a:lnTo>
                  <a:lnTo>
                    <a:pt x="428625" y="76022"/>
                  </a:lnTo>
                  <a:lnTo>
                    <a:pt x="437527" y="65747"/>
                  </a:lnTo>
                  <a:lnTo>
                    <a:pt x="441883" y="52819"/>
                  </a:lnTo>
                  <a:close/>
                </a:path>
                <a:path w="965835" h="313690">
                  <a:moveTo>
                    <a:pt x="613956" y="150202"/>
                  </a:moveTo>
                  <a:lnTo>
                    <a:pt x="612343" y="135255"/>
                  </a:lnTo>
                  <a:lnTo>
                    <a:pt x="607225" y="124320"/>
                  </a:lnTo>
                  <a:lnTo>
                    <a:pt x="598703" y="116052"/>
                  </a:lnTo>
                  <a:lnTo>
                    <a:pt x="588289" y="110998"/>
                  </a:lnTo>
                  <a:lnTo>
                    <a:pt x="589140" y="110998"/>
                  </a:lnTo>
                  <a:lnTo>
                    <a:pt x="575970" y="108966"/>
                  </a:lnTo>
                  <a:lnTo>
                    <a:pt x="573938" y="108966"/>
                  </a:lnTo>
                  <a:lnTo>
                    <a:pt x="569899" y="110998"/>
                  </a:lnTo>
                  <a:lnTo>
                    <a:pt x="565861" y="110998"/>
                  </a:lnTo>
                  <a:lnTo>
                    <a:pt x="552691" y="117970"/>
                  </a:lnTo>
                  <a:lnTo>
                    <a:pt x="543877" y="128943"/>
                  </a:lnTo>
                  <a:lnTo>
                    <a:pt x="540004" y="142557"/>
                  </a:lnTo>
                  <a:lnTo>
                    <a:pt x="541604" y="157505"/>
                  </a:lnTo>
                  <a:lnTo>
                    <a:pt x="548589" y="170675"/>
                  </a:lnTo>
                  <a:lnTo>
                    <a:pt x="559549" y="179489"/>
                  </a:lnTo>
                  <a:lnTo>
                    <a:pt x="573151" y="183375"/>
                  </a:lnTo>
                  <a:lnTo>
                    <a:pt x="588086" y="181762"/>
                  </a:lnTo>
                  <a:lnTo>
                    <a:pt x="601256" y="174790"/>
                  </a:lnTo>
                  <a:lnTo>
                    <a:pt x="610069" y="163817"/>
                  </a:lnTo>
                  <a:lnTo>
                    <a:pt x="613956" y="150202"/>
                  </a:lnTo>
                  <a:close/>
                </a:path>
                <a:path w="965835" h="313690">
                  <a:moveTo>
                    <a:pt x="614832" y="3441"/>
                  </a:moveTo>
                  <a:lnTo>
                    <a:pt x="614718" y="0"/>
                  </a:lnTo>
                  <a:lnTo>
                    <a:pt x="544703" y="0"/>
                  </a:lnTo>
                  <a:lnTo>
                    <a:pt x="545655" y="9880"/>
                  </a:lnTo>
                  <a:lnTo>
                    <a:pt x="552602" y="21920"/>
                  </a:lnTo>
                  <a:lnTo>
                    <a:pt x="563333" y="30365"/>
                  </a:lnTo>
                  <a:lnTo>
                    <a:pt x="576351" y="34620"/>
                  </a:lnTo>
                  <a:lnTo>
                    <a:pt x="590118" y="34150"/>
                  </a:lnTo>
                  <a:lnTo>
                    <a:pt x="602145" y="27203"/>
                  </a:lnTo>
                  <a:lnTo>
                    <a:pt x="610577" y="16459"/>
                  </a:lnTo>
                  <a:lnTo>
                    <a:pt x="614832" y="3441"/>
                  </a:lnTo>
                  <a:close/>
                </a:path>
                <a:path w="965835" h="313690">
                  <a:moveTo>
                    <a:pt x="790943" y="90703"/>
                  </a:moveTo>
                  <a:lnTo>
                    <a:pt x="764298" y="53009"/>
                  </a:lnTo>
                  <a:lnTo>
                    <a:pt x="753808" y="52349"/>
                  </a:lnTo>
                  <a:lnTo>
                    <a:pt x="745731" y="52349"/>
                  </a:lnTo>
                  <a:lnTo>
                    <a:pt x="741680" y="54368"/>
                  </a:lnTo>
                  <a:lnTo>
                    <a:pt x="728548" y="61645"/>
                  </a:lnTo>
                  <a:lnTo>
                    <a:pt x="719963" y="73075"/>
                  </a:lnTo>
                  <a:lnTo>
                    <a:pt x="716673" y="86791"/>
                  </a:lnTo>
                  <a:lnTo>
                    <a:pt x="719455" y="100876"/>
                  </a:lnTo>
                  <a:lnTo>
                    <a:pt x="726719" y="114020"/>
                  </a:lnTo>
                  <a:lnTo>
                    <a:pt x="738149" y="122618"/>
                  </a:lnTo>
                  <a:lnTo>
                    <a:pt x="751852" y="125907"/>
                  </a:lnTo>
                  <a:lnTo>
                    <a:pt x="765937" y="123126"/>
                  </a:lnTo>
                  <a:lnTo>
                    <a:pt x="779068" y="115862"/>
                  </a:lnTo>
                  <a:lnTo>
                    <a:pt x="787654" y="104419"/>
                  </a:lnTo>
                  <a:lnTo>
                    <a:pt x="790943" y="90703"/>
                  </a:lnTo>
                  <a:close/>
                </a:path>
                <a:path w="965835" h="313690">
                  <a:moveTo>
                    <a:pt x="965631" y="29197"/>
                  </a:moveTo>
                  <a:lnTo>
                    <a:pt x="963993" y="13931"/>
                  </a:lnTo>
                  <a:lnTo>
                    <a:pt x="958049" y="4165"/>
                  </a:lnTo>
                  <a:lnTo>
                    <a:pt x="953592" y="0"/>
                  </a:lnTo>
                  <a:lnTo>
                    <a:pt x="902779" y="0"/>
                  </a:lnTo>
                  <a:lnTo>
                    <a:pt x="895273" y="10642"/>
                  </a:lnTo>
                  <a:lnTo>
                    <a:pt x="891616" y="24955"/>
                  </a:lnTo>
                  <a:lnTo>
                    <a:pt x="893254" y="40220"/>
                  </a:lnTo>
                  <a:lnTo>
                    <a:pt x="900544" y="53365"/>
                  </a:lnTo>
                  <a:lnTo>
                    <a:pt x="912202" y="61950"/>
                  </a:lnTo>
                  <a:lnTo>
                    <a:pt x="926503" y="65239"/>
                  </a:lnTo>
                  <a:lnTo>
                    <a:pt x="941755" y="62458"/>
                  </a:lnTo>
                  <a:lnTo>
                    <a:pt x="953757" y="55168"/>
                  </a:lnTo>
                  <a:lnTo>
                    <a:pt x="961961" y="43510"/>
                  </a:lnTo>
                  <a:lnTo>
                    <a:pt x="965631" y="29197"/>
                  </a:lnTo>
                  <a:close/>
                </a:path>
              </a:pathLst>
            </a:custGeom>
            <a:solidFill>
              <a:srgbClr val="2E4D6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14923720" y="0"/>
            <a:ext cx="3364865" cy="4344035"/>
            <a:chOff x="14923720" y="0"/>
            <a:chExt cx="3364865" cy="4344035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052683" y="0"/>
              <a:ext cx="2235315" cy="120394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47554" y="0"/>
              <a:ext cx="2540444" cy="127871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93668" y="0"/>
              <a:ext cx="2794330" cy="135422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289373" y="0"/>
              <a:ext cx="2998625" cy="143207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091460" y="0"/>
              <a:ext cx="3196538" cy="15192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923720" y="0"/>
              <a:ext cx="3364278" cy="160247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350710" y="0"/>
              <a:ext cx="2937288" cy="2717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965670" y="0"/>
              <a:ext cx="1322328" cy="40005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471936" y="0"/>
              <a:ext cx="1816062" cy="4343840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0" y="6811534"/>
            <a:ext cx="1978025" cy="3475990"/>
            <a:chOff x="0" y="6811534"/>
            <a:chExt cx="1978025" cy="3475990"/>
          </a:xfrm>
        </p:grpSpPr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0" y="8990089"/>
              <a:ext cx="1977882" cy="129691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0" y="8061798"/>
              <a:ext cx="1899787" cy="222520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0" y="6811534"/>
              <a:ext cx="1727195" cy="3475465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789804" y="1709968"/>
            <a:ext cx="150464" cy="15046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789804" y="2227189"/>
            <a:ext cx="150464" cy="15046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789804" y="3261629"/>
            <a:ext cx="150464" cy="15046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789804" y="3778849"/>
            <a:ext cx="150464" cy="15046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789804" y="4813289"/>
            <a:ext cx="150464" cy="15046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789804" y="5847729"/>
            <a:ext cx="150464" cy="15046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789804" y="6882169"/>
            <a:ext cx="150464" cy="15046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789804" y="7916609"/>
            <a:ext cx="150464" cy="15046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789804" y="8433829"/>
            <a:ext cx="150464" cy="15046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789804" y="9468269"/>
            <a:ext cx="150464" cy="150464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3133868" y="1470406"/>
            <a:ext cx="14359255" cy="881824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2900" spc="165">
                <a:solidFill>
                  <a:srgbClr val="002A58"/>
                </a:solidFill>
                <a:latin typeface="Tahoma"/>
                <a:cs typeface="Tahoma"/>
              </a:rPr>
              <a:t>Data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200">
                <a:solidFill>
                  <a:srgbClr val="002A58"/>
                </a:solidFill>
                <a:latin typeface="Tahoma"/>
                <a:cs typeface="Tahoma"/>
              </a:rPr>
              <a:t>Collection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395">
                <a:solidFill>
                  <a:srgbClr val="002A58"/>
                </a:solidFill>
                <a:latin typeface="Tahoma"/>
                <a:cs typeface="Tahoma"/>
              </a:rPr>
              <a:t>-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229">
                <a:solidFill>
                  <a:srgbClr val="002A58"/>
                </a:solidFill>
                <a:latin typeface="Tahoma"/>
                <a:cs typeface="Tahoma"/>
              </a:rPr>
              <a:t>Collect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news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70">
                <a:solidFill>
                  <a:srgbClr val="002A58"/>
                </a:solidFill>
                <a:latin typeface="Tahoma"/>
                <a:cs typeface="Tahoma"/>
              </a:rPr>
              <a:t>articles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75">
                <a:solidFill>
                  <a:srgbClr val="002A58"/>
                </a:solidFill>
                <a:latin typeface="Tahoma"/>
                <a:cs typeface="Tahoma"/>
              </a:rPr>
              <a:t>social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40">
                <a:solidFill>
                  <a:srgbClr val="002A58"/>
                </a:solidFill>
                <a:latin typeface="Tahoma"/>
                <a:cs typeface="Tahoma"/>
              </a:rPr>
              <a:t>media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90">
                <a:solidFill>
                  <a:srgbClr val="002A58"/>
                </a:solidFill>
                <a:latin typeface="Tahoma"/>
                <a:cs typeface="Tahoma"/>
              </a:rPr>
              <a:t>posts.</a:t>
            </a:r>
            <a:endParaRPr sz="2900">
              <a:latin typeface="Tahoma"/>
              <a:cs typeface="Tahoma"/>
            </a:endParaRPr>
          </a:p>
          <a:p>
            <a:pPr marL="12700" marR="1615440">
              <a:lnSpc>
                <a:spcPct val="117000"/>
              </a:lnSpc>
            </a:pPr>
            <a:r>
              <a:rPr dirty="0" sz="2900" spc="165">
                <a:solidFill>
                  <a:srgbClr val="002A58"/>
                </a:solidFill>
                <a:latin typeface="Tahoma"/>
                <a:cs typeface="Tahoma"/>
              </a:rPr>
              <a:t>Data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30">
                <a:solidFill>
                  <a:srgbClr val="002A58"/>
                </a:solidFill>
                <a:latin typeface="Tahoma"/>
                <a:cs typeface="Tahoma"/>
              </a:rPr>
              <a:t>Storage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395">
                <a:solidFill>
                  <a:srgbClr val="002A58"/>
                </a:solidFill>
                <a:latin typeface="Tahoma"/>
                <a:cs typeface="Tahoma"/>
              </a:rPr>
              <a:t>-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45">
                <a:solidFill>
                  <a:srgbClr val="002A58"/>
                </a:solidFill>
                <a:latin typeface="Tahoma"/>
                <a:cs typeface="Tahoma"/>
              </a:rPr>
              <a:t>Store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05">
                <a:solidFill>
                  <a:srgbClr val="002A58"/>
                </a:solidFill>
                <a:latin typeface="Tahoma"/>
                <a:cs typeface="Tahoma"/>
              </a:rPr>
              <a:t>organize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50">
                <a:solidFill>
                  <a:srgbClr val="002A58"/>
                </a:solidFill>
                <a:latin typeface="Tahoma"/>
                <a:cs typeface="Tahoma"/>
              </a:rPr>
              <a:t>the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90">
                <a:solidFill>
                  <a:srgbClr val="002A58"/>
                </a:solidFill>
                <a:latin typeface="Tahoma"/>
                <a:cs typeface="Tahoma"/>
              </a:rPr>
              <a:t>collected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40">
                <a:solidFill>
                  <a:srgbClr val="002A58"/>
                </a:solidFill>
                <a:latin typeface="Tahoma"/>
                <a:cs typeface="Tahoma"/>
              </a:rPr>
              <a:t>data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0">
                <a:solidFill>
                  <a:srgbClr val="002A58"/>
                </a:solidFill>
                <a:latin typeface="Tahoma"/>
                <a:cs typeface="Tahoma"/>
              </a:rPr>
              <a:t>using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60">
                <a:solidFill>
                  <a:srgbClr val="002A58"/>
                </a:solidFill>
                <a:latin typeface="Tahoma"/>
                <a:cs typeface="Tahoma"/>
              </a:rPr>
              <a:t>suitable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0">
                <a:solidFill>
                  <a:srgbClr val="002A58"/>
                </a:solidFill>
                <a:latin typeface="Tahoma"/>
                <a:cs typeface="Tahoma"/>
              </a:rPr>
              <a:t>data </a:t>
            </a:r>
            <a:r>
              <a:rPr dirty="0" sz="2900" spc="110">
                <a:solidFill>
                  <a:srgbClr val="002A58"/>
                </a:solidFill>
                <a:latin typeface="Tahoma"/>
                <a:cs typeface="Tahoma"/>
              </a:rPr>
              <a:t>structures.</a:t>
            </a:r>
            <a:endParaRPr sz="2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2900" spc="140">
                <a:solidFill>
                  <a:srgbClr val="002A58"/>
                </a:solidFill>
                <a:latin typeface="Tahoma"/>
                <a:cs typeface="Tahoma"/>
              </a:rPr>
              <a:t>Searching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395">
                <a:solidFill>
                  <a:srgbClr val="002A58"/>
                </a:solidFill>
                <a:latin typeface="Tahoma"/>
                <a:cs typeface="Tahoma"/>
              </a:rPr>
              <a:t>-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65">
                <a:solidFill>
                  <a:srgbClr val="002A58"/>
                </a:solidFill>
                <a:latin typeface="Tahoma"/>
                <a:cs typeface="Tahoma"/>
              </a:rPr>
              <a:t>Use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35">
                <a:solidFill>
                  <a:srgbClr val="002A58"/>
                </a:solidFill>
                <a:latin typeface="Tahoma"/>
                <a:cs typeface="Tahoma"/>
              </a:rPr>
              <a:t>Hash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30">
                <a:solidFill>
                  <a:srgbClr val="002A58"/>
                </a:solidFill>
                <a:latin typeface="Tahoma"/>
                <a:cs typeface="Tahoma"/>
              </a:rPr>
              <a:t>Tables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for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55">
                <a:solidFill>
                  <a:srgbClr val="002A58"/>
                </a:solidFill>
                <a:latin typeface="Tahoma"/>
                <a:cs typeface="Tahoma"/>
              </a:rPr>
              <a:t>fast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5">
                <a:solidFill>
                  <a:srgbClr val="002A58"/>
                </a:solidFill>
                <a:latin typeface="Tahoma"/>
                <a:cs typeface="Tahoma"/>
              </a:rPr>
              <a:t>searching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0">
                <a:solidFill>
                  <a:srgbClr val="002A58"/>
                </a:solidFill>
                <a:latin typeface="Tahoma"/>
                <a:cs typeface="Tahoma"/>
              </a:rPr>
              <a:t>retrieval.</a:t>
            </a:r>
            <a:endParaRPr sz="2900">
              <a:latin typeface="Tahoma"/>
              <a:cs typeface="Tahoma"/>
            </a:endParaRPr>
          </a:p>
          <a:p>
            <a:pPr marL="12700" marR="686435">
              <a:lnSpc>
                <a:spcPct val="117000"/>
              </a:lnSpc>
              <a:spcBef>
                <a:spcPts val="5"/>
              </a:spcBef>
            </a:pPr>
            <a:r>
              <a:rPr dirty="0" sz="2900" spc="175">
                <a:solidFill>
                  <a:srgbClr val="002A58"/>
                </a:solidFill>
                <a:latin typeface="Tahoma"/>
                <a:cs typeface="Tahoma"/>
              </a:rPr>
              <a:t>Duplicate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60">
                <a:solidFill>
                  <a:srgbClr val="002A58"/>
                </a:solidFill>
                <a:latin typeface="Tahoma"/>
                <a:cs typeface="Tahoma"/>
              </a:rPr>
              <a:t>Detection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395">
                <a:solidFill>
                  <a:srgbClr val="002A58"/>
                </a:solidFill>
                <a:latin typeface="Tahoma"/>
                <a:cs typeface="Tahoma"/>
              </a:rPr>
              <a:t>-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65">
                <a:solidFill>
                  <a:srgbClr val="002A58"/>
                </a:solidFill>
                <a:latin typeface="Tahoma"/>
                <a:cs typeface="Tahoma"/>
              </a:rPr>
              <a:t>Use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35">
                <a:solidFill>
                  <a:srgbClr val="002A58"/>
                </a:solidFill>
                <a:latin typeface="Tahoma"/>
                <a:cs typeface="Tahoma"/>
              </a:rPr>
              <a:t>Hash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30">
                <a:solidFill>
                  <a:srgbClr val="002A58"/>
                </a:solidFill>
                <a:latin typeface="Tahoma"/>
                <a:cs typeface="Tahoma"/>
              </a:rPr>
              <a:t>Tables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50">
                <a:solidFill>
                  <a:srgbClr val="002A58"/>
                </a:solidFill>
                <a:latin typeface="Tahoma"/>
                <a:cs typeface="Tahoma"/>
              </a:rPr>
              <a:t>to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50">
                <a:solidFill>
                  <a:srgbClr val="002A58"/>
                </a:solidFill>
                <a:latin typeface="Tahoma"/>
                <a:cs typeface="Tahoma"/>
              </a:rPr>
              <a:t>identify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65">
                <a:solidFill>
                  <a:srgbClr val="002A58"/>
                </a:solidFill>
                <a:latin typeface="Tahoma"/>
                <a:cs typeface="Tahoma"/>
              </a:rPr>
              <a:t>duplicate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news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70">
                <a:solidFill>
                  <a:srgbClr val="002A58"/>
                </a:solidFill>
                <a:latin typeface="Tahoma"/>
                <a:cs typeface="Tahoma"/>
              </a:rPr>
              <a:t>articles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90">
                <a:solidFill>
                  <a:srgbClr val="002A58"/>
                </a:solidFill>
                <a:latin typeface="Tahoma"/>
                <a:cs typeface="Tahoma"/>
              </a:rPr>
              <a:t>and posts.</a:t>
            </a:r>
            <a:endParaRPr sz="2900">
              <a:latin typeface="Tahoma"/>
              <a:cs typeface="Tahoma"/>
            </a:endParaRPr>
          </a:p>
          <a:p>
            <a:pPr marL="12700" marR="15875">
              <a:lnSpc>
                <a:spcPct val="117000"/>
              </a:lnSpc>
            </a:pPr>
            <a:r>
              <a:rPr dirty="0" sz="2900" spc="170">
                <a:solidFill>
                  <a:srgbClr val="002A58"/>
                </a:solidFill>
                <a:latin typeface="Tahoma"/>
                <a:cs typeface="Tahoma"/>
              </a:rPr>
              <a:t>Content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60">
                <a:solidFill>
                  <a:srgbClr val="002A58"/>
                </a:solidFill>
                <a:latin typeface="Tahoma"/>
                <a:cs typeface="Tahoma"/>
              </a:rPr>
              <a:t>Clustering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395">
                <a:solidFill>
                  <a:srgbClr val="002A58"/>
                </a:solidFill>
                <a:latin typeface="Tahoma"/>
                <a:cs typeface="Tahoma"/>
              </a:rPr>
              <a:t>-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5">
                <a:solidFill>
                  <a:srgbClr val="002A58"/>
                </a:solidFill>
                <a:latin typeface="Tahoma"/>
                <a:cs typeface="Tahoma"/>
              </a:rPr>
              <a:t>Group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50">
                <a:solidFill>
                  <a:srgbClr val="002A58"/>
                </a:solidFill>
                <a:latin typeface="Tahoma"/>
                <a:cs typeface="Tahoma"/>
              </a:rPr>
              <a:t>related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news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70">
                <a:solidFill>
                  <a:srgbClr val="002A58"/>
                </a:solidFill>
                <a:latin typeface="Tahoma"/>
                <a:cs typeface="Tahoma"/>
              </a:rPr>
              <a:t>articles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75">
                <a:solidFill>
                  <a:srgbClr val="002A58"/>
                </a:solidFill>
                <a:latin typeface="Tahoma"/>
                <a:cs typeface="Tahoma"/>
              </a:rPr>
              <a:t>social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40">
                <a:solidFill>
                  <a:srgbClr val="002A58"/>
                </a:solidFill>
                <a:latin typeface="Tahoma"/>
                <a:cs typeface="Tahoma"/>
              </a:rPr>
              <a:t>media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posts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0">
                <a:solidFill>
                  <a:srgbClr val="002A58"/>
                </a:solidFill>
                <a:latin typeface="Tahoma"/>
                <a:cs typeface="Tahoma"/>
              </a:rPr>
              <a:t>based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80">
                <a:solidFill>
                  <a:srgbClr val="002A58"/>
                </a:solidFill>
                <a:latin typeface="Tahoma"/>
                <a:cs typeface="Tahoma"/>
              </a:rPr>
              <a:t>on </a:t>
            </a:r>
            <a:r>
              <a:rPr dirty="0" sz="2900" spc="150">
                <a:solidFill>
                  <a:srgbClr val="002A58"/>
                </a:solidFill>
                <a:latin typeface="Tahoma"/>
                <a:cs typeface="Tahoma"/>
              </a:rPr>
              <a:t>common</a:t>
            </a:r>
            <a:r>
              <a:rPr dirty="0" sz="2900" spc="-16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0">
                <a:solidFill>
                  <a:srgbClr val="002A58"/>
                </a:solidFill>
                <a:latin typeface="Tahoma"/>
                <a:cs typeface="Tahoma"/>
              </a:rPr>
              <a:t>topics.</a:t>
            </a:r>
            <a:endParaRPr sz="2900">
              <a:latin typeface="Tahoma"/>
              <a:cs typeface="Tahoma"/>
            </a:endParaRPr>
          </a:p>
          <a:p>
            <a:pPr marL="12700" marR="1124585">
              <a:lnSpc>
                <a:spcPct val="117000"/>
              </a:lnSpc>
            </a:pPr>
            <a:r>
              <a:rPr dirty="0" sz="2900" spc="155">
                <a:solidFill>
                  <a:srgbClr val="002A58"/>
                </a:solidFill>
                <a:latin typeface="Tahoma"/>
                <a:cs typeface="Tahoma"/>
              </a:rPr>
              <a:t>Ranking</a:t>
            </a:r>
            <a:r>
              <a:rPr dirty="0" sz="29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75">
                <a:solidFill>
                  <a:srgbClr val="002A58"/>
                </a:solidFill>
                <a:latin typeface="Tahoma"/>
                <a:cs typeface="Tahoma"/>
              </a:rPr>
              <a:t>&amp;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45">
                <a:solidFill>
                  <a:srgbClr val="002A58"/>
                </a:solidFill>
                <a:latin typeface="Tahoma"/>
                <a:cs typeface="Tahoma"/>
              </a:rPr>
              <a:t>Prioritization</a:t>
            </a:r>
            <a:r>
              <a:rPr dirty="0" sz="29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395">
                <a:solidFill>
                  <a:srgbClr val="002A58"/>
                </a:solidFill>
                <a:latin typeface="Tahoma"/>
                <a:cs typeface="Tahoma"/>
              </a:rPr>
              <a:t>-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65">
                <a:solidFill>
                  <a:srgbClr val="002A58"/>
                </a:solidFill>
                <a:latin typeface="Tahoma"/>
                <a:cs typeface="Tahoma"/>
              </a:rPr>
              <a:t>Use</a:t>
            </a:r>
            <a:r>
              <a:rPr dirty="0" sz="29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5">
                <a:solidFill>
                  <a:srgbClr val="002A58"/>
                </a:solidFill>
                <a:latin typeface="Tahoma"/>
                <a:cs typeface="Tahoma"/>
              </a:rPr>
              <a:t>Heaps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>
                <a:solidFill>
                  <a:srgbClr val="002A58"/>
                </a:solidFill>
                <a:latin typeface="Tahoma"/>
                <a:cs typeface="Tahoma"/>
              </a:rPr>
              <a:t>/</a:t>
            </a:r>
            <a:r>
              <a:rPr dirty="0" sz="29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45">
                <a:solidFill>
                  <a:srgbClr val="002A58"/>
                </a:solidFill>
                <a:latin typeface="Tahoma"/>
                <a:cs typeface="Tahoma"/>
              </a:rPr>
              <a:t>Priority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0">
                <a:solidFill>
                  <a:srgbClr val="002A58"/>
                </a:solidFill>
                <a:latin typeface="Tahoma"/>
                <a:cs typeface="Tahoma"/>
              </a:rPr>
              <a:t>Queues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50">
                <a:solidFill>
                  <a:srgbClr val="002A58"/>
                </a:solidFill>
                <a:latin typeface="Tahoma"/>
                <a:cs typeface="Tahoma"/>
              </a:rPr>
              <a:t>to</a:t>
            </a:r>
            <a:r>
              <a:rPr dirty="0" sz="29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5">
                <a:solidFill>
                  <a:srgbClr val="002A58"/>
                </a:solidFill>
                <a:latin typeface="Tahoma"/>
                <a:cs typeface="Tahoma"/>
              </a:rPr>
              <a:t>rank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00" spc="-17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prioritize </a:t>
            </a:r>
            <a:r>
              <a:rPr dirty="0" sz="2900" spc="140">
                <a:solidFill>
                  <a:srgbClr val="002A58"/>
                </a:solidFill>
                <a:latin typeface="Tahoma"/>
                <a:cs typeface="Tahoma"/>
              </a:rPr>
              <a:t>important</a:t>
            </a:r>
            <a:r>
              <a:rPr dirty="0" sz="2900" spc="-14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30">
                <a:solidFill>
                  <a:srgbClr val="002A58"/>
                </a:solidFill>
                <a:latin typeface="Tahoma"/>
                <a:cs typeface="Tahoma"/>
              </a:rPr>
              <a:t>content.</a:t>
            </a:r>
            <a:endParaRPr sz="2900">
              <a:latin typeface="Tahoma"/>
              <a:cs typeface="Tahoma"/>
            </a:endParaRPr>
          </a:p>
          <a:p>
            <a:pPr marL="12700" marR="1143000">
              <a:lnSpc>
                <a:spcPct val="117000"/>
              </a:lnSpc>
            </a:pPr>
            <a:r>
              <a:rPr dirty="0" sz="2900" spc="170">
                <a:solidFill>
                  <a:srgbClr val="002A58"/>
                </a:solidFill>
                <a:latin typeface="Tahoma"/>
                <a:cs typeface="Tahoma"/>
              </a:rPr>
              <a:t>Content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5">
                <a:solidFill>
                  <a:srgbClr val="002A58"/>
                </a:solidFill>
                <a:latin typeface="Tahoma"/>
                <a:cs typeface="Tahoma"/>
              </a:rPr>
              <a:t>Organization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395">
                <a:solidFill>
                  <a:srgbClr val="002A58"/>
                </a:solidFill>
                <a:latin typeface="Tahoma"/>
                <a:cs typeface="Tahoma"/>
              </a:rPr>
              <a:t>-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65">
                <a:solidFill>
                  <a:srgbClr val="002A58"/>
                </a:solidFill>
                <a:latin typeface="Tahoma"/>
                <a:cs typeface="Tahoma"/>
              </a:rPr>
              <a:t>Use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80">
                <a:solidFill>
                  <a:srgbClr val="002A58"/>
                </a:solidFill>
                <a:latin typeface="Tahoma"/>
                <a:cs typeface="Tahoma"/>
              </a:rPr>
              <a:t>Trees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50">
                <a:solidFill>
                  <a:srgbClr val="002A58"/>
                </a:solidFill>
                <a:latin typeface="Tahoma"/>
                <a:cs typeface="Tahoma"/>
              </a:rPr>
              <a:t>to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05">
                <a:solidFill>
                  <a:srgbClr val="002A58"/>
                </a:solidFill>
                <a:latin typeface="Tahoma"/>
                <a:cs typeface="Tahoma"/>
              </a:rPr>
              <a:t>organize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80">
                <a:solidFill>
                  <a:srgbClr val="002A58"/>
                </a:solidFill>
                <a:latin typeface="Tahoma"/>
                <a:cs typeface="Tahoma"/>
              </a:rPr>
              <a:t>efficiently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30">
                <a:solidFill>
                  <a:srgbClr val="002A58"/>
                </a:solidFill>
                <a:latin typeface="Tahoma"/>
                <a:cs typeface="Tahoma"/>
              </a:rPr>
              <a:t>search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40">
                <a:solidFill>
                  <a:srgbClr val="002A58"/>
                </a:solidFill>
                <a:latin typeface="Tahoma"/>
                <a:cs typeface="Tahoma"/>
              </a:rPr>
              <a:t>related </a:t>
            </a:r>
            <a:r>
              <a:rPr dirty="0" sz="2900" spc="120">
                <a:solidFill>
                  <a:srgbClr val="002A58"/>
                </a:solidFill>
                <a:latin typeface="Tahoma"/>
                <a:cs typeface="Tahoma"/>
              </a:rPr>
              <a:t>information.</a:t>
            </a:r>
            <a:endParaRPr sz="2900">
              <a:latin typeface="Tahoma"/>
              <a:cs typeface="Tahoma"/>
            </a:endParaRPr>
          </a:p>
          <a:p>
            <a:pPr marL="12700" marR="5080">
              <a:lnSpc>
                <a:spcPct val="117000"/>
              </a:lnSpc>
            </a:pPr>
            <a:r>
              <a:rPr dirty="0" sz="2900" spc="165">
                <a:solidFill>
                  <a:srgbClr val="002A58"/>
                </a:solidFill>
                <a:latin typeface="Tahoma"/>
                <a:cs typeface="Tahoma"/>
              </a:rPr>
              <a:t>Post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50">
                <a:solidFill>
                  <a:srgbClr val="002A58"/>
                </a:solidFill>
                <a:latin typeface="Tahoma"/>
                <a:cs typeface="Tahoma"/>
              </a:rPr>
              <a:t>Management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395">
                <a:solidFill>
                  <a:srgbClr val="002A58"/>
                </a:solidFill>
                <a:latin typeface="Tahoma"/>
                <a:cs typeface="Tahoma"/>
              </a:rPr>
              <a:t>-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65">
                <a:solidFill>
                  <a:srgbClr val="002A58"/>
                </a:solidFill>
                <a:latin typeface="Tahoma"/>
                <a:cs typeface="Tahoma"/>
              </a:rPr>
              <a:t>Use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0">
                <a:solidFill>
                  <a:srgbClr val="002A58"/>
                </a:solidFill>
                <a:latin typeface="Tahoma"/>
                <a:cs typeface="Tahoma"/>
              </a:rPr>
              <a:t>Queues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50">
                <a:solidFill>
                  <a:srgbClr val="002A58"/>
                </a:solidFill>
                <a:latin typeface="Tahoma"/>
                <a:cs typeface="Tahoma"/>
              </a:rPr>
              <a:t>to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5">
                <a:solidFill>
                  <a:srgbClr val="002A58"/>
                </a:solidFill>
                <a:latin typeface="Tahoma"/>
                <a:cs typeface="Tahoma"/>
              </a:rPr>
              <a:t>manage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50">
                <a:solidFill>
                  <a:srgbClr val="002A58"/>
                </a:solidFill>
                <a:latin typeface="Tahoma"/>
                <a:cs typeface="Tahoma"/>
              </a:rPr>
              <a:t>incoming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posts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5">
                <a:solidFill>
                  <a:srgbClr val="002A58"/>
                </a:solidFill>
                <a:latin typeface="Tahoma"/>
                <a:cs typeface="Tahoma"/>
              </a:rPr>
              <a:t>moderation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0">
                <a:solidFill>
                  <a:srgbClr val="002A58"/>
                </a:solidFill>
                <a:latin typeface="Tahoma"/>
                <a:cs typeface="Tahoma"/>
              </a:rPr>
              <a:t>tasks. </a:t>
            </a:r>
            <a:r>
              <a:rPr dirty="0" sz="2900" spc="160">
                <a:solidFill>
                  <a:srgbClr val="002A58"/>
                </a:solidFill>
                <a:latin typeface="Tahoma"/>
                <a:cs typeface="Tahoma"/>
              </a:rPr>
              <a:t>Relationship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70">
                <a:solidFill>
                  <a:srgbClr val="002A58"/>
                </a:solidFill>
                <a:latin typeface="Tahoma"/>
                <a:cs typeface="Tahoma"/>
              </a:rPr>
              <a:t>Analysis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395">
                <a:solidFill>
                  <a:srgbClr val="002A58"/>
                </a:solidFill>
                <a:latin typeface="Tahoma"/>
                <a:cs typeface="Tahoma"/>
              </a:rPr>
              <a:t>-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65">
                <a:solidFill>
                  <a:srgbClr val="002A58"/>
                </a:solidFill>
                <a:latin typeface="Tahoma"/>
                <a:cs typeface="Tahoma"/>
              </a:rPr>
              <a:t>Use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30">
                <a:solidFill>
                  <a:srgbClr val="002A58"/>
                </a:solidFill>
                <a:latin typeface="Tahoma"/>
                <a:cs typeface="Tahoma"/>
              </a:rPr>
              <a:t>Graphs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50">
                <a:solidFill>
                  <a:srgbClr val="002A58"/>
                </a:solidFill>
                <a:latin typeface="Tahoma"/>
                <a:cs typeface="Tahoma"/>
              </a:rPr>
              <a:t>to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0">
                <a:solidFill>
                  <a:srgbClr val="002A58"/>
                </a:solidFill>
                <a:latin typeface="Tahoma"/>
                <a:cs typeface="Tahoma"/>
              </a:rPr>
              <a:t>represent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40">
                <a:solidFill>
                  <a:srgbClr val="002A58"/>
                </a:solidFill>
                <a:latin typeface="Tahoma"/>
                <a:cs typeface="Tahoma"/>
              </a:rPr>
              <a:t>relationships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30">
                <a:solidFill>
                  <a:srgbClr val="002A58"/>
                </a:solidFill>
                <a:latin typeface="Tahoma"/>
                <a:cs typeface="Tahoma"/>
              </a:rPr>
              <a:t>between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80">
                <a:solidFill>
                  <a:srgbClr val="002A58"/>
                </a:solidFill>
                <a:latin typeface="Tahoma"/>
                <a:cs typeface="Tahoma"/>
              </a:rPr>
              <a:t>users, </a:t>
            </a:r>
            <a:r>
              <a:rPr dirty="0" sz="2900" spc="130">
                <a:solidFill>
                  <a:srgbClr val="002A58"/>
                </a:solidFill>
                <a:latin typeface="Tahoma"/>
                <a:cs typeface="Tahoma"/>
              </a:rPr>
              <a:t>topics,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00" spc="-16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30">
                <a:solidFill>
                  <a:srgbClr val="002A58"/>
                </a:solidFill>
                <a:latin typeface="Tahoma"/>
                <a:cs typeface="Tahoma"/>
              </a:rPr>
              <a:t>content.</a:t>
            </a:r>
            <a:endParaRPr sz="2900">
              <a:latin typeface="Tahoma"/>
              <a:cs typeface="Tahoma"/>
            </a:endParaRPr>
          </a:p>
          <a:p>
            <a:pPr marL="12700" marR="705485">
              <a:lnSpc>
                <a:spcPct val="117000"/>
              </a:lnSpc>
            </a:pPr>
            <a:r>
              <a:rPr dirty="0" sz="2900" spc="150">
                <a:solidFill>
                  <a:srgbClr val="002A58"/>
                </a:solidFill>
                <a:latin typeface="Tahoma"/>
                <a:cs typeface="Tahoma"/>
              </a:rPr>
              <a:t>Output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75">
                <a:solidFill>
                  <a:srgbClr val="002A58"/>
                </a:solidFill>
                <a:latin typeface="Tahoma"/>
                <a:cs typeface="Tahoma"/>
              </a:rPr>
              <a:t>&amp;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70">
                <a:solidFill>
                  <a:srgbClr val="002A58"/>
                </a:solidFill>
                <a:latin typeface="Tahoma"/>
                <a:cs typeface="Tahoma"/>
              </a:rPr>
              <a:t>Analysis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395">
                <a:solidFill>
                  <a:srgbClr val="002A58"/>
                </a:solidFill>
                <a:latin typeface="Tahoma"/>
                <a:cs typeface="Tahoma"/>
              </a:rPr>
              <a:t>-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40">
                <a:solidFill>
                  <a:srgbClr val="002A58"/>
                </a:solidFill>
                <a:latin typeface="Tahoma"/>
                <a:cs typeface="Tahoma"/>
              </a:rPr>
              <a:t>Generate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95">
                <a:solidFill>
                  <a:srgbClr val="002A58"/>
                </a:solidFill>
                <a:latin typeface="Tahoma"/>
                <a:cs typeface="Tahoma"/>
              </a:rPr>
              <a:t>organized,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prioritized,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80">
                <a:solidFill>
                  <a:srgbClr val="002A58"/>
                </a:solidFill>
                <a:latin typeface="Tahoma"/>
                <a:cs typeface="Tahoma"/>
              </a:rPr>
              <a:t>efficiently</a:t>
            </a:r>
            <a:r>
              <a:rPr dirty="0" sz="2900" spc="-165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00">
                <a:solidFill>
                  <a:srgbClr val="002A58"/>
                </a:solidFill>
                <a:latin typeface="Tahoma"/>
                <a:cs typeface="Tahoma"/>
              </a:rPr>
              <a:t>processed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news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14">
                <a:solidFill>
                  <a:srgbClr val="002A58"/>
                </a:solidFill>
                <a:latin typeface="Tahoma"/>
                <a:cs typeface="Tahoma"/>
              </a:rPr>
              <a:t>and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75">
                <a:solidFill>
                  <a:srgbClr val="002A58"/>
                </a:solidFill>
                <a:latin typeface="Tahoma"/>
                <a:cs typeface="Tahoma"/>
              </a:rPr>
              <a:t>social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40">
                <a:solidFill>
                  <a:srgbClr val="002A58"/>
                </a:solidFill>
                <a:latin typeface="Tahoma"/>
                <a:cs typeface="Tahoma"/>
              </a:rPr>
              <a:t>media</a:t>
            </a:r>
            <a:r>
              <a:rPr dirty="0" sz="2900" spc="-170">
                <a:solidFill>
                  <a:srgbClr val="002A58"/>
                </a:solidFill>
                <a:latin typeface="Tahoma"/>
                <a:cs typeface="Tahoma"/>
              </a:rPr>
              <a:t> </a:t>
            </a:r>
            <a:r>
              <a:rPr dirty="0" sz="2900" spc="120">
                <a:solidFill>
                  <a:srgbClr val="002A58"/>
                </a:solidFill>
                <a:latin typeface="Tahoma"/>
                <a:cs typeface="Tahoma"/>
              </a:rPr>
              <a:t>information.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xfrm>
            <a:off x="5040747" y="385151"/>
            <a:ext cx="8206740" cy="12503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585"/>
              <a:t>METHODOLOGY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Rakshitha</dc:creator>
  <cp:keywords>DAHSPHFZy8s,BAG4BxSE4BA</cp:keywords>
  <dc:title>Blue Modern Elegant Presentation</dc:title>
  <dcterms:created xsi:type="dcterms:W3CDTF">2026-09-10T06:55:38Z</dcterms:created>
  <dcterms:modified xsi:type="dcterms:W3CDTF">2026-09-10T06:55:38Z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2026-09-10T00:00:00Z</vt:filetime>
  </property>
  <property fmtid="{D5CDD505-2E9C-101B-9397-08002B2CF9AE}" pid="6" name="Producer">
    <vt:lpwstr>Canva</vt:lpwstr>
  </property>
</Properties>
</file>